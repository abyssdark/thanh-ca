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6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4559" autoAdjust="0"/>
    <p:restoredTop sz="86477" autoAdjust="0"/>
  </p:normalViewPr>
  <p:slideViewPr>
    <p:cSldViewPr snapToGrid="0">
      <p:cViewPr varScale="1">
        <p:scale>
          <a:sx n="99" d="100"/>
          <a:sy n="99" d="100"/>
        </p:scale>
        <p:origin x="234" y="78"/>
      </p:cViewPr>
      <p:guideLst>
        <p:guide orient="horz" pos="2160"/>
        <p:guide pos="3840"/>
      </p:guideLst>
    </p:cSldViewPr>
  </p:slideViewPr>
  <p:outlineViewPr>
    <p:cViewPr>
      <p:scale>
        <a:sx n="33" d="100"/>
        <a:sy n="33" d="100"/>
      </p:scale>
      <p:origin x="0" y="2040"/>
    </p:cViewPr>
  </p:outlineViewPr>
  <p:notesTextViewPr>
    <p:cViewPr>
      <p:scale>
        <a:sx n="1" d="1"/>
        <a:sy n="1" d="1"/>
      </p:scale>
      <p:origin x="0" y="0"/>
    </p:cViewPr>
  </p:notesTextViewPr>
  <p:sorterViewPr>
    <p:cViewPr>
      <p:scale>
        <a:sx n="100" d="100"/>
        <a:sy n="100" d="100"/>
      </p:scale>
      <p:origin x="0" y="-195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6784069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4978733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rgbClr val="FFFF00"/>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049853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6957712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2718378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5294629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3859626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6433346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3772289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074887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7789179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e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82927979"/>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Thánh Ca 80</a:t>
            </a:r>
          </a:p>
          <a:p>
            <a:r>
              <a:rPr lang="vi-VN" dirty="0"/>
              <a:t>CHẲNG CÓ AI </a:t>
            </a:r>
            <a:br>
              <a:rPr lang="en-US"/>
            </a:br>
            <a:r>
              <a:rPr lang="vi-VN"/>
              <a:t>NHƯ </a:t>
            </a:r>
            <a:r>
              <a:rPr lang="vi-VN" dirty="0"/>
              <a:t>JÊSUS</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1. Chẳng có ai khiêm ti như Jêsus, bạn hiền.  Chẳng có ai,</a:t>
            </a:r>
            <a:br>
              <a:rPr lang="en-US" dirty="0"/>
            </a:br>
            <a:r>
              <a:rPr lang="vi-VN" dirty="0"/>
              <a:t>chẳng ai bằng!</a:t>
            </a:r>
            <a:endParaRPr lang="en-US" dirty="0"/>
          </a:p>
        </p:txBody>
      </p:sp>
    </p:spTree>
    <p:extLst>
      <p:ext uri="{BB962C8B-B14F-4D97-AF65-F5344CB8AC3E}">
        <p14:creationId xmlns:p14="http://schemas.microsoft.com/office/powerpoint/2010/main" val="2189603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Chẳng có ai cho vết thương lòng được lành liền. Chẳng có ai,</a:t>
            </a:r>
            <a:br>
              <a:rPr lang="en-US" dirty="0"/>
            </a:br>
            <a:r>
              <a:rPr lang="vi-VN" dirty="0"/>
              <a:t>chẳng ai bằng!</a:t>
            </a:r>
            <a:endParaRPr lang="en-US" dirty="0"/>
          </a:p>
        </p:txBody>
      </p:sp>
    </p:spTree>
    <p:extLst>
      <p:ext uri="{BB962C8B-B14F-4D97-AF65-F5344CB8AC3E}">
        <p14:creationId xmlns:p14="http://schemas.microsoft.com/office/powerpoint/2010/main" val="93316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Cuộc giao tranh của chúng ta Christ am tường, Ngài chăm nom dắt đưa ta luôn ngày.</a:t>
            </a:r>
            <a:endParaRPr lang="en-US" dirty="0"/>
          </a:p>
        </p:txBody>
      </p:sp>
    </p:spTree>
    <p:extLst>
      <p:ext uri="{BB962C8B-B14F-4D97-AF65-F5344CB8AC3E}">
        <p14:creationId xmlns:p14="http://schemas.microsoft.com/office/powerpoint/2010/main" val="3995555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Chẳng thiết hữu nào như Jêsus, Đấng khiêm nhường. Chẳng có ai, quyết không ai!</a:t>
            </a:r>
            <a:endParaRPr lang="en-US" dirty="0"/>
          </a:p>
        </p:txBody>
      </p:sp>
    </p:spTree>
    <p:extLst>
      <p:ext uri="{BB962C8B-B14F-4D97-AF65-F5344CB8AC3E}">
        <p14:creationId xmlns:p14="http://schemas.microsoft.com/office/powerpoint/2010/main" val="1230970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2.  Chẳng có ai cao minh trong sạch như Jêsus. Chẳng có ai, </a:t>
            </a:r>
            <a:br>
              <a:rPr lang="en-US" dirty="0"/>
            </a:br>
            <a:r>
              <a:rPr lang="vi-VN" dirty="0"/>
              <a:t>chẳng ai bằng!</a:t>
            </a:r>
            <a:endParaRPr lang="en-US" dirty="0"/>
          </a:p>
        </p:txBody>
      </p:sp>
    </p:spTree>
    <p:extLst>
      <p:ext uri="{BB962C8B-B14F-4D97-AF65-F5344CB8AC3E}">
        <p14:creationId xmlns:p14="http://schemas.microsoft.com/office/powerpoint/2010/main" val="4020306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Chẳng có ai ôn nhu khiêm nhường như Jêsus. Chẳng có ai, </a:t>
            </a:r>
            <a:br>
              <a:rPr lang="en-US" dirty="0"/>
            </a:br>
            <a:r>
              <a:rPr lang="vi-VN" dirty="0"/>
              <a:t>chẳng ai bằng!</a:t>
            </a:r>
            <a:endParaRPr lang="en-US" dirty="0"/>
          </a:p>
        </p:txBody>
      </p:sp>
    </p:spTree>
    <p:extLst>
      <p:ext uri="{BB962C8B-B14F-4D97-AF65-F5344CB8AC3E}">
        <p14:creationId xmlns:p14="http://schemas.microsoft.com/office/powerpoint/2010/main" val="77314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Cuộc giao tranh của chúng ta Christ am tường, Ngài chăm nom dắt đưa ta luôn ngày.</a:t>
            </a:r>
            <a:endParaRPr lang="en-US" dirty="0"/>
          </a:p>
        </p:txBody>
      </p:sp>
    </p:spTree>
    <p:extLst>
      <p:ext uri="{BB962C8B-B14F-4D97-AF65-F5344CB8AC3E}">
        <p14:creationId xmlns:p14="http://schemas.microsoft.com/office/powerpoint/2010/main" val="161884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Chẳng thiết hữu nào như Jêsus, Đấng khiêm nhường. Chẳng có ai, quyết không ai!</a:t>
            </a:r>
            <a:endParaRPr lang="en-US" dirty="0"/>
          </a:p>
        </p:txBody>
      </p:sp>
    </p:spTree>
    <p:extLst>
      <p:ext uri="{BB962C8B-B14F-4D97-AF65-F5344CB8AC3E}">
        <p14:creationId xmlns:p14="http://schemas.microsoft.com/office/powerpoint/2010/main" val="79031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3.  Chẳng lúc nao Jêsus không cận thân cùng mình, chẳng lúc nao! Chẳng khi nào!</a:t>
            </a:r>
            <a:endParaRPr lang="en-US" dirty="0"/>
          </a:p>
        </p:txBody>
      </p:sp>
    </p:spTree>
    <p:extLst>
      <p:ext uri="{BB962C8B-B14F-4D97-AF65-F5344CB8AC3E}">
        <p14:creationId xmlns:p14="http://schemas.microsoft.com/office/powerpoint/2010/main" val="3544056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Chẳng có đêm âm u Ngài đừng khuyên giục mình, chẳng lúc nao, </a:t>
            </a:r>
            <a:br>
              <a:rPr lang="en-US" dirty="0"/>
            </a:br>
            <a:r>
              <a:rPr lang="vi-VN" dirty="0"/>
              <a:t>chẳng đêm nào.</a:t>
            </a:r>
            <a:endParaRPr lang="en-US" dirty="0"/>
          </a:p>
        </p:txBody>
      </p:sp>
    </p:spTree>
    <p:extLst>
      <p:ext uri="{BB962C8B-B14F-4D97-AF65-F5344CB8AC3E}">
        <p14:creationId xmlns:p14="http://schemas.microsoft.com/office/powerpoint/2010/main" val="1646774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Cuộc giao tranh của chúng ta Christ am tường, Ngài chăm nom dắt đưa ta luôn ngày.</a:t>
            </a:r>
            <a:endParaRPr lang="en-US" dirty="0"/>
          </a:p>
        </p:txBody>
      </p:sp>
    </p:spTree>
    <p:extLst>
      <p:ext uri="{BB962C8B-B14F-4D97-AF65-F5344CB8AC3E}">
        <p14:creationId xmlns:p14="http://schemas.microsoft.com/office/powerpoint/2010/main" val="81804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Chẳng thiết hữu nào như Jêsus, Đấng khiêm nhường. Chẳng có ai, quyết không ai!</a:t>
            </a:r>
            <a:endParaRPr lang="en-US" dirty="0"/>
          </a:p>
        </p:txBody>
      </p:sp>
    </p:spTree>
    <p:extLst>
      <p:ext uri="{BB962C8B-B14F-4D97-AF65-F5344CB8AC3E}">
        <p14:creationId xmlns:p14="http://schemas.microsoft.com/office/powerpoint/2010/main" val="126838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4.  Chẳng có khi nào Jêsus lìa môn đồ Ngài. Chẳng lúc nao, </a:t>
            </a:r>
            <a:br>
              <a:rPr lang="en-US" dirty="0"/>
            </a:br>
            <a:r>
              <a:rPr lang="vi-VN" dirty="0"/>
              <a:t>chẳng khi nào.</a:t>
            </a:r>
            <a:endParaRPr lang="en-US" dirty="0"/>
          </a:p>
        </p:txBody>
      </p:sp>
    </p:spTree>
    <p:extLst>
      <p:ext uri="{BB962C8B-B14F-4D97-AF65-F5344CB8AC3E}">
        <p14:creationId xmlns:p14="http://schemas.microsoft.com/office/powerpoint/2010/main" val="2543493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Chẳng lúc nao Christ không nghe tội nhơn kêu nài. Chẳng có đâu! Chẳng khi nào.</a:t>
            </a:r>
            <a:endParaRPr lang="en-US" dirty="0"/>
          </a:p>
        </p:txBody>
      </p:sp>
    </p:spTree>
    <p:extLst>
      <p:ext uri="{BB962C8B-B14F-4D97-AF65-F5344CB8AC3E}">
        <p14:creationId xmlns:p14="http://schemas.microsoft.com/office/powerpoint/2010/main" val="3708633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Cuộc giao tranh của chúng ta Christ am tường, Ngài chăm nom dắt đưa ta luôn ngày.</a:t>
            </a:r>
            <a:endParaRPr lang="en-US" dirty="0"/>
          </a:p>
        </p:txBody>
      </p:sp>
    </p:spTree>
    <p:extLst>
      <p:ext uri="{BB962C8B-B14F-4D97-AF65-F5344CB8AC3E}">
        <p14:creationId xmlns:p14="http://schemas.microsoft.com/office/powerpoint/2010/main" val="1938710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Chẳng thiết hữu nào như Jêsus, Đấng khiêm nhường. Chẳng có ai, quyết không ai!</a:t>
            </a:r>
            <a:endParaRPr lang="en-US" dirty="0"/>
          </a:p>
        </p:txBody>
      </p:sp>
    </p:spTree>
    <p:extLst>
      <p:ext uri="{BB962C8B-B14F-4D97-AF65-F5344CB8AC3E}">
        <p14:creationId xmlns:p14="http://schemas.microsoft.com/office/powerpoint/2010/main" val="4089211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5.  Chẳng có ơn như ơn Jêsus cao tuyệt vời, chẳng có đâu! </a:t>
            </a:r>
            <a:br>
              <a:rPr lang="en-US" dirty="0"/>
            </a:br>
            <a:r>
              <a:rPr lang="vi-VN" dirty="0"/>
              <a:t>Chẳng ơn nào!</a:t>
            </a:r>
            <a:endParaRPr lang="en-US" dirty="0"/>
          </a:p>
        </p:txBody>
      </p:sp>
    </p:spTree>
    <p:extLst>
      <p:ext uri="{BB962C8B-B14F-4D97-AF65-F5344CB8AC3E}">
        <p14:creationId xmlns:p14="http://schemas.microsoft.com/office/powerpoint/2010/main" val="4283003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Chẳng lẽ Chúa không cho ta một nơi ở trên trời. Chẳng có đâu! </a:t>
            </a:r>
            <a:br>
              <a:rPr lang="en-US" dirty="0"/>
            </a:br>
            <a:r>
              <a:rPr lang="vi-VN" dirty="0"/>
              <a:t>Chẳng khi nào.</a:t>
            </a:r>
            <a:endParaRPr lang="en-US" dirty="0"/>
          </a:p>
        </p:txBody>
      </p:sp>
    </p:spTree>
    <p:extLst>
      <p:ext uri="{BB962C8B-B14F-4D97-AF65-F5344CB8AC3E}">
        <p14:creationId xmlns:p14="http://schemas.microsoft.com/office/powerpoint/2010/main" val="3367937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Cuộc giao tranh của chúng ta Christ am tường, Ngài chăm nom dắt đưa ta luôn ngày.</a:t>
            </a:r>
            <a:endParaRPr lang="en-US" dirty="0"/>
          </a:p>
        </p:txBody>
      </p:sp>
    </p:spTree>
    <p:extLst>
      <p:ext uri="{BB962C8B-B14F-4D97-AF65-F5344CB8AC3E}">
        <p14:creationId xmlns:p14="http://schemas.microsoft.com/office/powerpoint/2010/main" val="3523293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Chẳng thiết hữu nào như Jêsus, Đấng khiêm nhường. Chẳng có ai, quyết không ai!</a:t>
            </a:r>
            <a:endParaRPr lang="en-US" dirty="0"/>
          </a:p>
        </p:txBody>
      </p:sp>
    </p:spTree>
    <p:extLst>
      <p:ext uri="{BB962C8B-B14F-4D97-AF65-F5344CB8AC3E}">
        <p14:creationId xmlns:p14="http://schemas.microsoft.com/office/powerpoint/2010/main" val="3248611206"/>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ppt/theme/theme2.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cument Themes.potx" id="{6A44481B-8EE0-4478-8270-5C7A3D7973D1}" vid="{BC5D5854-44EB-413B-9822-CB9A1AE0F1A2}"/>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4</TotalTime>
  <Words>360</Words>
  <Application>Microsoft Office PowerPoint</Application>
  <PresentationFormat>Widescreen</PresentationFormat>
  <Paragraphs>22</Paragraphs>
  <Slides>21</Slides>
  <Notes>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21</vt:i4>
      </vt:variant>
    </vt:vector>
  </HeadingPairs>
  <TitlesOfParts>
    <vt:vector size="24" baseType="lpstr">
      <vt:lpstr>Arial</vt:lpstr>
      <vt:lpstr>faithstocks-template-powerpoint-001</vt:lpstr>
      <vt:lpstr>Presentation1</vt:lpstr>
      <vt:lpstr>Thánh Ca 80 CHẲNG CÓ AI  NHƯ JÊSUS</vt:lpstr>
      <vt:lpstr>1. Chẳng có ai khiêm ti như Jêsus, bạn hiền.  Chẳng có ai, chẳng ai bằng!</vt:lpstr>
      <vt:lpstr>Chẳng có ai cho vết thương lòng được lành liền. Chẳng có ai, chẳng ai bằng!</vt:lpstr>
      <vt:lpstr>Cuộc giao tranh của chúng ta Christ am tường, Ngài chăm nom dắt đưa ta luôn ngày.</vt:lpstr>
      <vt:lpstr>Chẳng thiết hữu nào như Jêsus, Đấng khiêm nhường. Chẳng có ai, quyết không ai!</vt:lpstr>
      <vt:lpstr>2.  Chẳng có ai cao minh trong sạch như Jêsus. Chẳng có ai,  chẳng ai bằng!</vt:lpstr>
      <vt:lpstr>Chẳng có ai ôn nhu khiêm nhường như Jêsus. Chẳng có ai,  chẳng ai bằng!</vt:lpstr>
      <vt:lpstr>Cuộc giao tranh của chúng ta Christ am tường, Ngài chăm nom dắt đưa ta luôn ngày.</vt:lpstr>
      <vt:lpstr>Chẳng thiết hữu nào như Jêsus, Đấng khiêm nhường. Chẳng có ai, quyết không ai!</vt:lpstr>
      <vt:lpstr>3.  Chẳng lúc nao Jêsus không cận thân cùng mình, chẳng lúc nao! Chẳng khi nào!</vt:lpstr>
      <vt:lpstr>Chẳng có đêm âm u Ngài đừng khuyên giục mình, chẳng lúc nao,  chẳng đêm nào.</vt:lpstr>
      <vt:lpstr>Cuộc giao tranh của chúng ta Christ am tường, Ngài chăm nom dắt đưa ta luôn ngày.</vt:lpstr>
      <vt:lpstr>Chẳng thiết hữu nào như Jêsus, Đấng khiêm nhường. Chẳng có ai, quyết không ai!</vt:lpstr>
      <vt:lpstr>4.  Chẳng có khi nào Jêsus lìa môn đồ Ngài. Chẳng lúc nao,  chẳng khi nào.</vt:lpstr>
      <vt:lpstr>Chẳng lúc nao Christ không nghe tội nhơn kêu nài. Chẳng có đâu! Chẳng khi nào.</vt:lpstr>
      <vt:lpstr>Cuộc giao tranh của chúng ta Christ am tường, Ngài chăm nom dắt đưa ta luôn ngày.</vt:lpstr>
      <vt:lpstr>Chẳng thiết hữu nào như Jêsus, Đấng khiêm nhường. Chẳng có ai, quyết không ai!</vt:lpstr>
      <vt:lpstr>5.  Chẳng có ơn như ơn Jêsus cao tuyệt vời, chẳng có đâu!  Chẳng ơn nào!</vt:lpstr>
      <vt:lpstr>Chẳng lẽ Chúa không cho ta một nơi ở trên trời. Chẳng có đâu!  Chẳng khi nào.</vt:lpstr>
      <vt:lpstr>Cuộc giao tranh của chúng ta Christ am tường, Ngài chăm nom dắt đưa ta luôn ngày.</vt:lpstr>
      <vt:lpstr>Chẳng thiết hữu nào như Jêsus, Đấng khiêm nhường. Chẳng có ai, quyết không ai!</vt:lpstr>
    </vt:vector>
  </TitlesOfParts>
  <Company>ASI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080 - Chẳng Có Ai Như Jêsus   Thánh Ca 80 Chẳng Có Ai Như Jêsus  1. Chẳng có ai khiêm ti như Jêsus, bạn hiền.  Chẳng có ai, chẳng ai bằng!   Chẳng có ai cho vết thương lòng được lành liền. Chẳng có ai, chẳng ai bằng!  Cuộc giao tranh của chúng ta  Christ am tường, Ngài chăm nom dắt đưa ta luôn ngày.   Chẳng thiết hữu nào như Jêsus, Đấng khiêm nhường. Chẳng có ai, quyết không ai!  2.  Chẳng có ai cao minh trong sạch như Jêsus.  Chẳng có ai, chẳng ai bằng!   Chẳng có ai ôn nhu khiêm nhường như Jêsus. Chẳng có ai, chẳng ai bằng!  Cuộc giao tranh của chúng ta  Christ am tường, Ngài chăm nom dắt đưa ta luôn ngày.   Chẳng thiết hữu nào như Jêsus, Đấng khiêm nhường. Chẳng có ai, quyết không ai!  3.  Chẳng lúc nao Jêsus không cận thân cùng mình, chẳng lúc nao! Chẳng khi nào!   Chẳng có đêm âm u Ngài đừng khuyên giục mình, chẳng lúc nao,  chẳng đêm nào.  Cuộc giao tranh của chúng ta  Christ am tường, Ngài chăm nom dắt đưa ta luôn ngày.   Chẳng thiết hữu nào như Jêsus, Đấng khiêm nhường. Chẳng có ai, quyết không ai!  Thánh Ca 80 Chẳng Có Ai Như Jêsus  4.  Chẳng có khi nào Jêsus lìa môn đồ Ngài. Chẳng lúc nao, chẳng khi nào.   Chẳng lúc nao Christ không nghe tội nhơn kêu nài. Chẳng có đâu! Chẳng khi nào.  Cuộc giao tranh của chúng ta  Christ am tường, Ngài chăm nom dắt đưa ta luôn ngày.   Chẳng thiết hữu nào như Jêsus, Đấng khiêm nhường. Chẳng có ai, quyết không ai!  5.  Chẳng có ơn như ơn Jêsus cao tuyệt vời, chẳng có đâu! Chẳng ơn nào!   Chẳng lẽ Chúa không cho ta một nơi ở trên trời. Chẳng có đâu! Chẳng khi nào.  Cuộc giao tranh của chúng ta  Christ am tường, Ngài chăm nom dắt đưa ta luôn ngày.   Chẳng thiết hữu nào như Jêsus, Đấng khiêm nhường. Chẳng có ai, quyết không ai!</dc:title>
  <dc:creator>Phan Minh Vinh An; An Phan</dc:creator>
  <cp:lastModifiedBy>Phan Minh Vinh An</cp:lastModifiedBy>
  <cp:revision>4</cp:revision>
  <dcterms:created xsi:type="dcterms:W3CDTF">2018-01-22T00:01:31Z</dcterms:created>
  <dcterms:modified xsi:type="dcterms:W3CDTF">2018-11-03T07:09:48Z</dcterms:modified>
</cp:coreProperties>
</file>