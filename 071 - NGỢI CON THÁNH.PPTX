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1" r:id="rId7"/>
    <p:sldId id="260" r:id="rId8"/>
    <p:sldId id="262" r:id="rId9"/>
    <p:sldId id="263" r:id="rId10"/>
    <p:sldId id="268" r:id="rId11"/>
    <p:sldId id="269" r:id="rId12"/>
    <p:sldId id="270" r:id="rId13"/>
    <p:sldId id="264" r:id="rId14"/>
    <p:sldId id="265" r:id="rId15"/>
    <p:sldId id="271" r:id="rId16"/>
    <p:sldId id="272" r:id="rId17"/>
    <p:sldId id="273" r:id="rId18"/>
    <p:sldId id="266" r:id="rId19"/>
    <p:sldId id="267"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355"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95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022830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033482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64526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602214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121198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175368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0946756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7262086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214029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556559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6652390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771150618"/>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71</a:t>
            </a:r>
          </a:p>
          <a:p>
            <a:r>
              <a:rPr lang="vi-VN" dirty="0"/>
              <a:t>NGỢI CON THÁNH</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Mừng khôn xiết vì Con Thánh mới sinh ra ngày nay, Thiên sứ hát ngợi khen Cứu Chúa yêu thương lạ thay, </a:t>
            </a:r>
            <a:endParaRPr lang="en-US" dirty="0"/>
          </a:p>
        </p:txBody>
      </p:sp>
    </p:spTree>
    <p:extLst>
      <p:ext uri="{BB962C8B-B14F-4D97-AF65-F5344CB8AC3E}">
        <p14:creationId xmlns:p14="http://schemas.microsoft.com/office/powerpoint/2010/main" val="968890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Lìa ngôi báu Ngài vui sống giữa nhân gian từ đây, không ngại đường thập tự sầu cay.</a:t>
            </a:r>
            <a:endParaRPr lang="en-US" dirty="0"/>
          </a:p>
        </p:txBody>
      </p:sp>
    </p:spTree>
    <p:extLst>
      <p:ext uri="{BB962C8B-B14F-4D97-AF65-F5344CB8AC3E}">
        <p14:creationId xmlns:p14="http://schemas.microsoft.com/office/powerpoint/2010/main" val="3064556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Ngợi Con Thánh!</a:t>
            </a:r>
          </a:p>
          <a:p>
            <a:r>
              <a:rPr lang="en-US" dirty="0"/>
              <a:t>N</a:t>
            </a:r>
            <a:r>
              <a:rPr lang="vi-VN" dirty="0"/>
              <a:t>gợi Con Thánh! </a:t>
            </a:r>
          </a:p>
          <a:p>
            <a:r>
              <a:rPr lang="vi-VN" dirty="0"/>
              <a:t>Rất diệu vinh! </a:t>
            </a:r>
          </a:p>
          <a:p>
            <a:r>
              <a:rPr lang="en-US" dirty="0"/>
              <a:t>R</a:t>
            </a:r>
            <a:r>
              <a:rPr lang="vi-VN" dirty="0"/>
              <a:t>ất diệu vinh!</a:t>
            </a:r>
            <a:endParaRPr lang="en-US" dirty="0"/>
          </a:p>
        </p:txBody>
      </p:sp>
    </p:spTree>
    <p:extLst>
      <p:ext uri="{BB962C8B-B14F-4D97-AF65-F5344CB8AC3E}">
        <p14:creationId xmlns:p14="http://schemas.microsoft.com/office/powerpoint/2010/main" val="65466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Ngợi Con Thánh! </a:t>
            </a:r>
          </a:p>
          <a:p>
            <a:r>
              <a:rPr lang="en-US" dirty="0"/>
              <a:t>N</a:t>
            </a:r>
            <a:r>
              <a:rPr lang="vi-VN" dirty="0"/>
              <a:t>gợi Con Thánh! </a:t>
            </a:r>
          </a:p>
          <a:p>
            <a:r>
              <a:rPr lang="vi-VN" dirty="0"/>
              <a:t>Tôn vinh Hài Nhi Christ vừa sanh.</a:t>
            </a:r>
            <a:endParaRPr lang="en-US" dirty="0"/>
          </a:p>
        </p:txBody>
      </p:sp>
    </p:spTree>
    <p:extLst>
      <p:ext uri="{BB962C8B-B14F-4D97-AF65-F5344CB8AC3E}">
        <p14:creationId xmlns:p14="http://schemas.microsoft.com/office/powerpoint/2010/main" val="3202686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Mừng khôn xiết vì Con Thánh mới sinh ra ngày nay, không ngại đường thập tự sầu cay.</a:t>
            </a:r>
            <a:endParaRPr lang="en-US" dirty="0"/>
          </a:p>
        </p:txBody>
      </p:sp>
    </p:spTree>
    <p:extLst>
      <p:ext uri="{BB962C8B-B14F-4D97-AF65-F5344CB8AC3E}">
        <p14:creationId xmlns:p14="http://schemas.microsoft.com/office/powerpoint/2010/main" val="28510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Đời đau đớn, người hư mất, tiếng than van sầu bi; cơn sóng ác tội điên đảo cuốn lôi nhân loại đi; </a:t>
            </a:r>
            <a:endParaRPr lang="en-US" dirty="0"/>
          </a:p>
        </p:txBody>
      </p:sp>
    </p:spTree>
    <p:extLst>
      <p:ext uri="{BB962C8B-B14F-4D97-AF65-F5344CB8AC3E}">
        <p14:creationId xmlns:p14="http://schemas.microsoft.com/office/powerpoint/2010/main" val="2746073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Vì thương xót Ngài lâm thế cứu muôn dân lầm than, cảm lòng Ngài muôn vật lặng an.</a:t>
            </a:r>
            <a:endParaRPr lang="en-US" dirty="0"/>
          </a:p>
        </p:txBody>
      </p:sp>
    </p:spTree>
    <p:extLst>
      <p:ext uri="{BB962C8B-B14F-4D97-AF65-F5344CB8AC3E}">
        <p14:creationId xmlns:p14="http://schemas.microsoft.com/office/powerpoint/2010/main" val="1256098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Ngợi Con Thánh!</a:t>
            </a:r>
          </a:p>
          <a:p>
            <a:r>
              <a:rPr lang="en-US" dirty="0"/>
              <a:t>N</a:t>
            </a:r>
            <a:r>
              <a:rPr lang="vi-VN" dirty="0"/>
              <a:t>gợi Con Thánh! </a:t>
            </a:r>
          </a:p>
          <a:p>
            <a:r>
              <a:rPr lang="vi-VN" dirty="0"/>
              <a:t>Rất diệu vinh! </a:t>
            </a:r>
          </a:p>
          <a:p>
            <a:r>
              <a:rPr lang="en-US" dirty="0"/>
              <a:t>R</a:t>
            </a:r>
            <a:r>
              <a:rPr lang="vi-VN" dirty="0"/>
              <a:t>ất diệu vinh!</a:t>
            </a:r>
            <a:endParaRPr lang="en-US" dirty="0"/>
          </a:p>
        </p:txBody>
      </p:sp>
    </p:spTree>
    <p:extLst>
      <p:ext uri="{BB962C8B-B14F-4D97-AF65-F5344CB8AC3E}">
        <p14:creationId xmlns:p14="http://schemas.microsoft.com/office/powerpoint/2010/main" val="543057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Ngợi Con Thánh! </a:t>
            </a:r>
          </a:p>
          <a:p>
            <a:r>
              <a:rPr lang="en-US" dirty="0"/>
              <a:t>N</a:t>
            </a:r>
            <a:r>
              <a:rPr lang="vi-VN" dirty="0"/>
              <a:t>gợi Con Thánh! </a:t>
            </a:r>
          </a:p>
          <a:p>
            <a:r>
              <a:rPr lang="vi-VN" dirty="0"/>
              <a:t>Tôn vinh Hài Nhi Christ vừa sanh.</a:t>
            </a:r>
            <a:endParaRPr lang="en-US" dirty="0"/>
          </a:p>
        </p:txBody>
      </p:sp>
    </p:spTree>
    <p:extLst>
      <p:ext uri="{BB962C8B-B14F-4D97-AF65-F5344CB8AC3E}">
        <p14:creationId xmlns:p14="http://schemas.microsoft.com/office/powerpoint/2010/main" val="4092942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Mừng khôn xiết vì Con Thánh mới sinh ra ngày nay, không ngại đường thập tự sầu cay.</a:t>
            </a:r>
            <a:endParaRPr lang="en-US" dirty="0"/>
          </a:p>
        </p:txBody>
      </p:sp>
    </p:spTree>
    <p:extLst>
      <p:ext uri="{BB962C8B-B14F-4D97-AF65-F5344CB8AC3E}">
        <p14:creationId xmlns:p14="http://schemas.microsoft.com/office/powerpoint/2010/main" val="3088246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Màn sương ác tội che khuất Chúa Cha không nhìn ra, ta nhớ tiếc nhà Cha thống hối bao</a:t>
            </a:r>
            <a:br>
              <a:rPr lang="en-US" dirty="0"/>
            </a:br>
            <a:r>
              <a:rPr lang="vi-VN" dirty="0"/>
              <a:t>phen lụy sa, </a:t>
            </a:r>
            <a:endParaRPr lang="en-US" dirty="0"/>
          </a:p>
        </p:txBody>
      </p:sp>
    </p:spTree>
    <p:extLst>
      <p:ext uri="{BB962C8B-B14F-4D97-AF65-F5344CB8AC3E}">
        <p14:creationId xmlns:p14="http://schemas.microsoft.com/office/powerpoint/2010/main" val="2406340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Kìa Con Thánh hiện ra chiếu sáng đưa lên lạc cung, để Trời, người thuận hòa hiệp chung.</a:t>
            </a:r>
            <a:endParaRPr lang="en-US" dirty="0"/>
          </a:p>
        </p:txBody>
      </p:sp>
    </p:spTree>
    <p:extLst>
      <p:ext uri="{BB962C8B-B14F-4D97-AF65-F5344CB8AC3E}">
        <p14:creationId xmlns:p14="http://schemas.microsoft.com/office/powerpoint/2010/main" val="3720115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Ngợi Con Thánh!</a:t>
            </a:r>
          </a:p>
          <a:p>
            <a:r>
              <a:rPr lang="en-US" dirty="0"/>
              <a:t>N</a:t>
            </a:r>
            <a:r>
              <a:rPr lang="vi-VN" dirty="0"/>
              <a:t>gợi Con Thánh! </a:t>
            </a:r>
          </a:p>
          <a:p>
            <a:r>
              <a:rPr lang="vi-VN" dirty="0"/>
              <a:t>Rất diệu vinh! </a:t>
            </a:r>
          </a:p>
          <a:p>
            <a:r>
              <a:rPr lang="en-US" dirty="0"/>
              <a:t>R</a:t>
            </a:r>
            <a:r>
              <a:rPr lang="vi-VN" dirty="0"/>
              <a:t>ất diệu vinh!</a:t>
            </a:r>
            <a:endParaRPr lang="en-US" dirty="0"/>
          </a:p>
        </p:txBody>
      </p:sp>
    </p:spTree>
    <p:extLst>
      <p:ext uri="{BB962C8B-B14F-4D97-AF65-F5344CB8AC3E}">
        <p14:creationId xmlns:p14="http://schemas.microsoft.com/office/powerpoint/2010/main" val="543057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Ngợi Con Thánh! </a:t>
            </a:r>
          </a:p>
          <a:p>
            <a:r>
              <a:rPr lang="en-US" dirty="0"/>
              <a:t>N</a:t>
            </a:r>
            <a:r>
              <a:rPr lang="vi-VN" dirty="0"/>
              <a:t>gợi Con Thánh! </a:t>
            </a:r>
          </a:p>
          <a:p>
            <a:r>
              <a:rPr lang="vi-VN" dirty="0"/>
              <a:t>Tôn vinh Hài Nhi Christ vừa sanh.</a:t>
            </a:r>
            <a:endParaRPr lang="en-US" dirty="0"/>
          </a:p>
        </p:txBody>
      </p:sp>
    </p:spTree>
    <p:extLst>
      <p:ext uri="{BB962C8B-B14F-4D97-AF65-F5344CB8AC3E}">
        <p14:creationId xmlns:p14="http://schemas.microsoft.com/office/powerpoint/2010/main" val="4092942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Mừng khôn xiết vì Con Thánh mới sinh ra ngày nay, không ngại đường thập tự sầu cay.</a:t>
            </a:r>
            <a:endParaRPr lang="en-US" dirty="0"/>
          </a:p>
        </p:txBody>
      </p:sp>
    </p:spTree>
    <p:extLst>
      <p:ext uri="{BB962C8B-B14F-4D97-AF65-F5344CB8AC3E}">
        <p14:creationId xmlns:p14="http://schemas.microsoft.com/office/powerpoint/2010/main" val="3088246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Nhờ Con xuống đời ta mới thấy ơn ban từ trên, nên hãy đến thờ Con chí thánh</a:t>
            </a:r>
            <a:r>
              <a:rPr lang="en-US" dirty="0"/>
              <a:t> </a:t>
            </a:r>
            <a:r>
              <a:rPr lang="vi-VN" dirty="0"/>
              <a:t>Em-ma-nu-ên,</a:t>
            </a:r>
            <a:endParaRPr lang="en-US" dirty="0"/>
          </a:p>
        </p:txBody>
      </p:sp>
    </p:spTree>
    <p:extLst>
      <p:ext uri="{BB962C8B-B14F-4D97-AF65-F5344CB8AC3E}">
        <p14:creationId xmlns:p14="http://schemas.microsoft.com/office/powerpoint/2010/main" val="3209330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Quỳ bên máng cùng tôn kính Chúa Jêsus vừa sinh, xin mời Ngài cai trị</a:t>
            </a:r>
            <a:br>
              <a:rPr lang="en-US" dirty="0"/>
            </a:br>
            <a:r>
              <a:rPr lang="vi-VN" dirty="0"/>
              <a:t>hồn linh.</a:t>
            </a:r>
            <a:endParaRPr lang="en-US" dirty="0"/>
          </a:p>
        </p:txBody>
      </p:sp>
    </p:spTree>
    <p:extLst>
      <p:ext uri="{BB962C8B-B14F-4D97-AF65-F5344CB8AC3E}">
        <p14:creationId xmlns:p14="http://schemas.microsoft.com/office/powerpoint/2010/main" val="574434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Ngợi Con Thánh!</a:t>
            </a:r>
          </a:p>
          <a:p>
            <a:r>
              <a:rPr lang="en-US" dirty="0"/>
              <a:t>N</a:t>
            </a:r>
            <a:r>
              <a:rPr lang="vi-VN" dirty="0"/>
              <a:t>gợi Con Thánh! </a:t>
            </a:r>
          </a:p>
          <a:p>
            <a:r>
              <a:rPr lang="vi-VN" dirty="0"/>
              <a:t>Rất diệu vinh! </a:t>
            </a:r>
          </a:p>
          <a:p>
            <a:r>
              <a:rPr lang="en-US" dirty="0"/>
              <a:t>R</a:t>
            </a:r>
            <a:r>
              <a:rPr lang="vi-VN" dirty="0"/>
              <a:t>ất diệu vinh!</a:t>
            </a:r>
            <a:endParaRPr lang="en-US" dirty="0"/>
          </a:p>
        </p:txBody>
      </p:sp>
    </p:spTree>
    <p:extLst>
      <p:ext uri="{BB962C8B-B14F-4D97-AF65-F5344CB8AC3E}">
        <p14:creationId xmlns:p14="http://schemas.microsoft.com/office/powerpoint/2010/main" val="543057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Ngợi Con Thánh! </a:t>
            </a:r>
          </a:p>
          <a:p>
            <a:r>
              <a:rPr lang="en-US" dirty="0"/>
              <a:t>N</a:t>
            </a:r>
            <a:r>
              <a:rPr lang="vi-VN" dirty="0"/>
              <a:t>gợi Con Thánh! </a:t>
            </a:r>
          </a:p>
          <a:p>
            <a:r>
              <a:rPr lang="vi-VN" dirty="0"/>
              <a:t>Tôn vinh Hài Nhi Christ vừa sanh.</a:t>
            </a:r>
            <a:endParaRPr lang="en-US" dirty="0"/>
          </a:p>
        </p:txBody>
      </p:sp>
    </p:spTree>
    <p:extLst>
      <p:ext uri="{BB962C8B-B14F-4D97-AF65-F5344CB8AC3E}">
        <p14:creationId xmlns:p14="http://schemas.microsoft.com/office/powerpoint/2010/main" val="4092942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Mừng khôn xiết vì Con Thánh mới sinh ra ngày nay, không ngại đường thập tự sầu cay.</a:t>
            </a:r>
            <a:endParaRPr lang="en-US" dirty="0"/>
          </a:p>
        </p:txBody>
      </p:sp>
    </p:spTree>
    <p:extLst>
      <p:ext uri="{BB962C8B-B14F-4D97-AF65-F5344CB8AC3E}">
        <p14:creationId xmlns:p14="http://schemas.microsoft.com/office/powerpoint/2010/main" val="3088246236"/>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5</TotalTime>
  <Words>402</Words>
  <Application>Microsoft Office PowerPoint</Application>
  <PresentationFormat>Widescreen</PresentationFormat>
  <Paragraphs>42</Paragraphs>
  <Slides>21</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21</vt:i4>
      </vt:variant>
    </vt:vector>
  </HeadingPairs>
  <TitlesOfParts>
    <vt:vector size="24" baseType="lpstr">
      <vt:lpstr>Arial</vt:lpstr>
      <vt:lpstr>faithstocks-template-powerpoint-001</vt:lpstr>
      <vt:lpstr>Presentation1</vt:lpstr>
      <vt:lpstr>Thánh Ca 71 NGỢI CON THÁNH</vt:lpstr>
      <vt:lpstr>1. Mừng khôn xiết vì Con Thánh mới sinh ra ngày nay, Thiên sứ hát ngợi khen Cứu Chúa yêu thương lạ thay, </vt:lpstr>
      <vt:lpstr>Lìa ngôi báu Ngài vui sống giữa nhân gian từ đây, không ngại đường thập tự sầu cay.</vt:lpstr>
      <vt:lpstr>Ngợi Con Thánh! Ngợi Con Thánh!  Rất diệu vinh!  Rất diệu vinh!</vt:lpstr>
      <vt:lpstr>Ngợi Con Thánh!  Ngợi Con Thánh!  Tôn vinh Hài Nhi Christ vừa sanh.</vt:lpstr>
      <vt:lpstr>Mừng khôn xiết vì Con Thánh mới sinh ra ngày nay, không ngại đường thập tự sầu cay.</vt:lpstr>
      <vt:lpstr>2. Đời đau đớn, người hư mất, tiếng than van sầu bi; cơn sóng ác tội điên đảo cuốn lôi nhân loại đi; </vt:lpstr>
      <vt:lpstr>Vì thương xót Ngài lâm thế cứu muôn dân lầm than, cảm lòng Ngài muôn vật lặng an.</vt:lpstr>
      <vt:lpstr>Ngợi Con Thánh! Ngợi Con Thánh!  Rất diệu vinh!  Rất diệu vinh!</vt:lpstr>
      <vt:lpstr>Ngợi Con Thánh!  Ngợi Con Thánh!  Tôn vinh Hài Nhi Christ vừa sanh.</vt:lpstr>
      <vt:lpstr>Mừng khôn xiết vì Con Thánh mới sinh ra ngày nay, không ngại đường thập tự sầu cay.</vt:lpstr>
      <vt:lpstr>3. Màn sương ác tội che khuất Chúa Cha không nhìn ra, ta nhớ tiếc nhà Cha thống hối bao phen lụy sa, </vt:lpstr>
      <vt:lpstr>Kìa Con Thánh hiện ra chiếu sáng đưa lên lạc cung, để Trời, người thuận hòa hiệp chung.</vt:lpstr>
      <vt:lpstr>Ngợi Con Thánh! Ngợi Con Thánh!  Rất diệu vinh!  Rất diệu vinh!</vt:lpstr>
      <vt:lpstr>Ngợi Con Thánh!  Ngợi Con Thánh!  Tôn vinh Hài Nhi Christ vừa sanh.</vt:lpstr>
      <vt:lpstr>Mừng khôn xiết vì Con Thánh mới sinh ra ngày nay, không ngại đường thập tự sầu cay.</vt:lpstr>
      <vt:lpstr>4. Nhờ Con xuống đời ta mới thấy ơn ban từ trên, nên hãy đến thờ Con chí thánh Em-ma-nu-ên,</vt:lpstr>
      <vt:lpstr>Quỳ bên máng cùng tôn kính Chúa Jêsus vừa sinh, xin mời Ngài cai trị hồn linh.</vt:lpstr>
      <vt:lpstr>Ngợi Con Thánh! Ngợi Con Thánh!  Rất diệu vinh!  Rất diệu vinh!</vt:lpstr>
      <vt:lpstr>Ngợi Con Thánh!  Ngợi Con Thánh!  Tôn vinh Hài Nhi Christ vừa sanh.</vt:lpstr>
      <vt:lpstr>Mừng khôn xiết vì Con Thánh mới sinh ra ngày nay, không ngại đường thập tự sầu cay.</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071 - Ngợi Con Thánh   Thánh Ca 71 Ngợi Con Thánh  1. Mừng khôn xiết vì Con Thánh mới sinh ra  ngày nay,   Thiên sứ hát ngợi khen Cứu Chúa yêu thương  lạ thay,   Lìa ngôi báu  Ngài vui sống giữa nhân gian từ đây, không ngại đường thập tự sầu cay.  Ngợi Con Thánh!  ngợi Con Thánh!  Rất diệu vinh!  rất diệu vinh!   Ngợi Con Thánh!  ngợi Con Thánh!  Tôn vinh Hài Nhi Christ  vừa sanh.   Mừng khôn xiết vì Con Thánh mới sinh ra ngày nay, không ngại đường thập tự sầu cay.  2. Đời đau đớn, người hư mất, tiếng than van sầu bi;   cơn sóng ác tội điên đảo cuốn lôi nhân loại đi;   Vì thương xót  Ngài lâm thế cứu muôn dân lầm than, cảm lòng Ngài muôn vật lặng an.  3. Màn sương ác tội che khuất Chúa Cha không  nhìn ra,   ta nhớ tiếc nhà Cha thống hối bao phen lụy sa,   Kìa Con Thánh hiện ra chiếu sáng đưa lên lạc cung, để Trời, người thuận hòa hiệp chung.  4. Nhờ Con xuống đời ta  mới thấy ơn ban từ trên,   nên hãy đến thờ  Con chí thánh  Em-ma-nu-ên,   Quỳ bên máng cùng tôn kính Chúa Jêsus vừa sinh, xin mời Ngài cai trị hồn linh.</dc:title>
  <dc:creator>Phan Minh Vinh An; An Phan</dc:creator>
  <cp:lastModifiedBy>Phan Minh Vinh An</cp:lastModifiedBy>
  <cp:revision>5</cp:revision>
  <dcterms:created xsi:type="dcterms:W3CDTF">2018-01-21T23:22:14Z</dcterms:created>
  <dcterms:modified xsi:type="dcterms:W3CDTF">2018-11-03T07:09:34Z</dcterms:modified>
</cp:coreProperties>
</file>