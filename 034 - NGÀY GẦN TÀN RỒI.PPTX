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34</a:t>
            </a:r>
            <a:br>
              <a:rPr lang="en-US" dirty="0"/>
            </a:br>
            <a:r>
              <a:rPr lang="en-US" dirty="0"/>
              <a:t>NGÀY GẦN TÀN RỒI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Giờ </a:t>
            </a:r>
            <a:r>
              <a:rPr lang="vi-VN" dirty="0"/>
              <a:t>nầy ngày gần tàn rồi, không gian màu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biến đổi, bóng tối phủ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trên mọi người,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lần lần đầy bầu trời.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84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Người mệt nhọc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được Jêsus ban cho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bình an ngủ, mắt nhắm chẳng e người thù,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Ngài hằng hộ phù.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437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Mộng vàng nguyền được nhìn Ngài, đây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hy vọng mãi mãi,</a:t>
            </a:r>
            <a:r>
              <a:rPr lang="en-US" dirty="0"/>
              <a:t> </a:t>
            </a:r>
            <a:r>
              <a:rPr lang="vi-VN" dirty="0"/>
              <a:t>thủy thủ phiêu lưu cậy nhờ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dìu thuyền vào bờ.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5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Nguyền Ngài từ trời truyền lời cho thiên thần bay tới, trải cánh phủ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trên giường nầy,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hộ vệ toàn vẹn rày.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301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Nguyền được chờ dậy mạnh dạn khi đêm tàn ửng sáng, trước mắt Chúa luôn sạch ngần,</a:t>
            </a:r>
            <a:r>
              <a:rPr lang="en-US"/>
              <a:t/>
            </a:r>
            <a:br>
              <a:rPr lang="en-US"/>
            </a:br>
            <a:r>
              <a:rPr lang="vi-VN"/>
              <a:t>đẹp </a:t>
            </a:r>
            <a:r>
              <a:rPr lang="vi-VN" dirty="0"/>
              <a:t>lòng Ngài mười phần.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334703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</TotalTime>
  <Words>68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faithstocks-template-powerpoint-001</vt:lpstr>
      <vt:lpstr>Thánh Ca 34 NGÀY GẦN TÀN RỒI</vt:lpstr>
      <vt:lpstr>1. Giờ nầy ngày gần tàn rồi, không gian màu biến đổi, bóng tối phủ trên mọi người, lần lần đầy bầu trời. </vt:lpstr>
      <vt:lpstr>2. Người mệt nhọc được Jêsus ban cho bình an ngủ, mắt nhắm chẳng e người thù, nhờ Ngài hằng hộ phù.</vt:lpstr>
      <vt:lpstr>3. Mộng vàng nguyền được nhìn Ngài, đây hy vọng mãi mãi, thủy thủ phiêu lưu cậy nhờ Ngài dìu thuyền vào bờ.</vt:lpstr>
      <vt:lpstr>4. Nguyền Ngài từ trời truyền lời cho thiên thần bay tới, trải cánh phủ trên giường nầy, hộ vệ toàn vẹn rày.</vt:lpstr>
      <vt:lpstr>5. Nguyền được chờ dậy mạnh dạn khi đêm tàn ửng sáng, trước mắt Chúa luôn sạch ngần, đẹp lòng Ngài mười phần.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34 Ngày Gần Tàn Rồi</dc:title>
  <dc:creator>Phan Minh Vinh An; KIETTTSE62520</dc:creator>
  <cp:lastModifiedBy>An Phan</cp:lastModifiedBy>
  <cp:revision>4</cp:revision>
  <dcterms:created xsi:type="dcterms:W3CDTF">2018-01-24T05:32:37Z</dcterms:created>
  <dcterms:modified xsi:type="dcterms:W3CDTF">2018-11-08T04:10:20Z</dcterms:modified>
</cp:coreProperties>
</file>