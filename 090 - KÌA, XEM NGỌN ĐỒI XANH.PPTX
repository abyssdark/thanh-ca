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xmlns=""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xmlns=""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xmlns=""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90</a:t>
            </a:r>
          </a:p>
          <a:p>
            <a:r>
              <a:rPr lang="vi-VN" dirty="0" smtClean="0"/>
              <a:t>KÌA, XEM NGỌN </a:t>
            </a:r>
            <a:r>
              <a:rPr lang="en-US" smtClean="0"/>
              <a:t/>
            </a:r>
            <a:br>
              <a:rPr lang="en-US" smtClean="0"/>
            </a:br>
            <a:r>
              <a:rPr lang="vi-VN" smtClean="0"/>
              <a:t>ĐỒI </a:t>
            </a:r>
            <a:r>
              <a:rPr lang="vi-VN" dirty="0" smtClean="0"/>
              <a:t>XANH</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1. Kìa, xem ngọn đồi xanh ở chân trời, ngang với vách thành vắng tanh.</a:t>
            </a:r>
            <a:endParaRPr lang="en-US" dirty="0"/>
          </a:p>
        </p:txBody>
      </p:sp>
    </p:spTree>
    <p:extLst>
      <p:ext uri="{BB962C8B-B14F-4D97-AF65-F5344CB8AC3E}">
        <p14:creationId xmlns:p14="http://schemas.microsoft.com/office/powerpoint/2010/main" val="339058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Chỗ Jêsus Christ xưa huyết báu rơi, để chuộc tội lỗi dân mình.</a:t>
            </a:r>
            <a:endParaRPr lang="en-US" dirty="0"/>
          </a:p>
        </p:txBody>
      </p:sp>
    </p:spTree>
    <p:extLst>
      <p:ext uri="{BB962C8B-B14F-4D97-AF65-F5344CB8AC3E}">
        <p14:creationId xmlns:p14="http://schemas.microsoft.com/office/powerpoint/2010/main" val="2924616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Nào ai hiểu được, ai tả cho tường, thân Chúa khổ nhục đáng thương.</a:t>
            </a:r>
            <a:endParaRPr lang="en-US" dirty="0"/>
          </a:p>
        </p:txBody>
      </p:sp>
    </p:spTree>
    <p:extLst>
      <p:ext uri="{BB962C8B-B14F-4D97-AF65-F5344CB8AC3E}">
        <p14:creationId xmlns:p14="http://schemas.microsoft.com/office/powerpoint/2010/main" val="62234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Quyết tin vì tội ta Chúa đảm đương, ở thập tự khổ trăm đường.</a:t>
            </a:r>
            <a:endParaRPr lang="en-US" dirty="0"/>
          </a:p>
        </p:txBody>
      </p:sp>
    </p:spTree>
    <p:extLst>
      <p:ext uri="{BB962C8B-B14F-4D97-AF65-F5344CB8AC3E}">
        <p14:creationId xmlns:p14="http://schemas.microsoft.com/office/powerpoint/2010/main" val="2352859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Ngài thay dân mình huyết báu tuôn ròng, để rửa bao tội vấn vương.</a:t>
            </a:r>
            <a:endParaRPr lang="en-US" dirty="0"/>
          </a:p>
        </p:txBody>
      </p:sp>
    </p:spTree>
    <p:extLst>
      <p:ext uri="{BB962C8B-B14F-4D97-AF65-F5344CB8AC3E}">
        <p14:creationId xmlns:p14="http://schemas.microsoft.com/office/powerpoint/2010/main" val="1171189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Huyết Chúa linh nghiệm cứu rỗi vô song, cuối cùng đưa đến </a:t>
            </a:r>
            <a:r>
              <a:rPr lang="en-US" dirty="0" smtClean="0"/>
              <a:t/>
            </a:r>
            <a:br>
              <a:rPr lang="en-US" dirty="0" smtClean="0"/>
            </a:br>
            <a:r>
              <a:rPr lang="vi-VN" dirty="0" smtClean="0"/>
              <a:t>thiên đường.</a:t>
            </a:r>
            <a:endParaRPr lang="en-US" dirty="0"/>
          </a:p>
        </p:txBody>
      </p:sp>
    </p:spTree>
    <p:extLst>
      <p:ext uri="{BB962C8B-B14F-4D97-AF65-F5344CB8AC3E}">
        <p14:creationId xmlns:p14="http://schemas.microsoft.com/office/powerpoint/2010/main" val="1608977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Tuyệt không việc làm khổ khắc thân hồn, mong trả giá tội ác đâu;</a:t>
            </a:r>
            <a:endParaRPr lang="en-US" dirty="0"/>
          </a:p>
        </p:txBody>
      </p:sp>
    </p:spTree>
    <p:extLst>
      <p:ext uri="{BB962C8B-B14F-4D97-AF65-F5344CB8AC3E}">
        <p14:creationId xmlns:p14="http://schemas.microsoft.com/office/powerpoint/2010/main" val="2396153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chúng ta đây được qua cánh thiên môn, chỉ Ngài thương mở cho vào.</a:t>
            </a:r>
            <a:endParaRPr lang="en-US" dirty="0"/>
          </a:p>
        </p:txBody>
      </p:sp>
    </p:spTree>
    <p:extLst>
      <p:ext uri="{BB962C8B-B14F-4D97-AF65-F5344CB8AC3E}">
        <p14:creationId xmlns:p14="http://schemas.microsoft.com/office/powerpoint/2010/main" val="766423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Ngài yêu dân mình, không quản khó khăn; ta phải yêu Ngài tất sanh.</a:t>
            </a:r>
            <a:endParaRPr lang="en-US" dirty="0"/>
          </a:p>
        </p:txBody>
      </p:sp>
    </p:spTree>
    <p:extLst>
      <p:ext uri="{BB962C8B-B14F-4D97-AF65-F5344CB8AC3E}">
        <p14:creationId xmlns:p14="http://schemas.microsoft.com/office/powerpoint/2010/main" val="4124968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Quyết tin huyết Ngài tiêu khử ác căn, dốc lòng hầu Chúa trung thành.</a:t>
            </a:r>
            <a:endParaRPr lang="en-US" dirty="0"/>
          </a:p>
        </p:txBody>
      </p:sp>
    </p:spTree>
    <p:extLst>
      <p:ext uri="{BB962C8B-B14F-4D97-AF65-F5344CB8AC3E}">
        <p14:creationId xmlns:p14="http://schemas.microsoft.com/office/powerpoint/2010/main" val="369109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6. Vì kia, ngọn đồi xanh ở chân trời, ngang với vách thành vắng tanh,</a:t>
            </a:r>
            <a:endParaRPr lang="en-US" dirty="0"/>
          </a:p>
        </p:txBody>
      </p:sp>
    </p:spTree>
    <p:extLst>
      <p:ext uri="{BB962C8B-B14F-4D97-AF65-F5344CB8AC3E}">
        <p14:creationId xmlns:p14="http://schemas.microsoft.com/office/powerpoint/2010/main" val="1859884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chỗ Jêsus mình treo huyết báu rơi, để chuộc tội lỗi dân mình.</a:t>
            </a:r>
            <a:endParaRPr lang="en-US" dirty="0"/>
          </a:p>
        </p:txBody>
      </p:sp>
    </p:spTree>
    <p:extLst>
      <p:ext uri="{BB962C8B-B14F-4D97-AF65-F5344CB8AC3E}">
        <p14:creationId xmlns:p14="http://schemas.microsoft.com/office/powerpoint/2010/main" val="113798733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1</TotalTime>
  <Words>210</Words>
  <Application>Microsoft Office PowerPoint</Application>
  <PresentationFormat>Custom</PresentationFormat>
  <Paragraphs>14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faithstocks-template-powerpoint-001</vt:lpstr>
      <vt:lpstr>Thánh Ca 90 KÌA, XEM NGỌN  ĐỒI XANH</vt:lpstr>
      <vt:lpstr>1. Kìa, xem ngọn đồi xanh ở chân trời, ngang với vách thành vắng tanh.</vt:lpstr>
      <vt:lpstr>Chỗ Jêsus Christ xưa huyết báu rơi, để chuộc tội lỗi dân mình.</vt:lpstr>
      <vt:lpstr>2. Nào ai hiểu được, ai tả cho tường, thân Chúa khổ nhục đáng thương.</vt:lpstr>
      <vt:lpstr>Quyết tin vì tội ta Chúa đảm đương, ở thập tự khổ trăm đường.</vt:lpstr>
      <vt:lpstr>3. Ngài thay dân mình huyết báu tuôn ròng, để rửa bao tội vấn vương.</vt:lpstr>
      <vt:lpstr>Huyết Chúa linh nghiệm cứu rỗi vô song, cuối cùng đưa đến  thiên đường.</vt:lpstr>
      <vt:lpstr>4. Tuyệt không việc làm khổ khắc thân hồn, mong trả giá tội ác đâu;</vt:lpstr>
      <vt:lpstr>chúng ta đây được qua cánh thiên môn, chỉ Ngài thương mở cho vào.</vt:lpstr>
      <vt:lpstr>5. Ngài yêu dân mình, không quản khó khăn; ta phải yêu Ngài tất sanh.</vt:lpstr>
      <vt:lpstr>Quyết tin huyết Ngài tiêu khử ác căn, dốc lòng hầu Chúa trung thành.</vt:lpstr>
      <vt:lpstr>6. Vì kia, ngọn đồi xanh ở chân trời, ngang với vách thành vắng tanh,</vt:lpstr>
      <vt:lpstr>chỗ Jêsus mình treo huyết báu rơi, để chuộc tội lỗi dân mình.</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090 - Kìa, Xem Ngọn Đồi Xanh   Thánh Ca 90 Kìa, Xem Ngọn Đồi Xanh  1. Kìa, xem ngọn đồi xanh ở chân trời, ngang với vách thành vắng tanh.   Chỗ Jêsus Christ xưa huyết báu rơi, để chuộc tội lỗi  dân mình.  2. Nào ai hiểu được, ai tả cho tường, thân Chúa khổ nhục đáng thương.   Quyết tin vì tội ta Chúa đảm đương, ở thập tự  khổ trăm đường.  3. Ngài thay dân mình huyết báu tuôn ròng, để rửa bao tội vấn vương.   Huyết Chúa linh nghiệm cứu rỗi vô song, cuối cùng đưa đến thiên đường.  4. Tuyệt không việc làm khổ khắc thân hồn, mong trả giá  tội ác đâu;   chúng ta đây được qua cánh thiên môn, chỉ Ngài thương  mở cho vào.  5. Ngài yêu dân mình, không quản khó khăn; ta phải yêu Ngài tất sanh.   Quyết tin huyết Ngài tiêu khử ác căn, dốc lòng hầu Chúa trung thành.  6. Vì kia, ngọn đồi xanh ở chân trời, ngang với vách thành vắng tanh,   chỗ Jêsus mình treo huyết báu rơi, để chuộc tội lỗi  dân mình.</dc:title>
  <dc:creator>Phan Minh Vinh An; An Phan</dc:creator>
  <cp:lastModifiedBy>An Phan</cp:lastModifiedBy>
  <cp:revision>2</cp:revision>
  <dcterms:created xsi:type="dcterms:W3CDTF">2018-01-22T13:54:09Z</dcterms:created>
  <dcterms:modified xsi:type="dcterms:W3CDTF">2018-01-22T13:55:43Z</dcterms:modified>
</cp:coreProperties>
</file>