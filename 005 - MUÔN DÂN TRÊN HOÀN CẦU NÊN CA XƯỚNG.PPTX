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59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3" autoAdjust="0"/>
    <p:restoredTop sz="94660" autoAdjust="0"/>
  </p:normalViewPr>
  <p:slideViewPr>
    <p:cSldViewPr snapToGrid="0">
      <p:cViewPr varScale="1">
        <p:scale>
          <a:sx n="77" d="100"/>
          <a:sy n="77" d="100"/>
        </p:scale>
        <p:origin x="642" y="13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18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255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2789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D7B5080-280C-457F-B1C3-02181A2D07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877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9100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A9F4E50-46AD-43BB-99B5-F85C751628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958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7197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B837F48-D0D6-45AC-A273-00953E86AE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626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8216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2F8712E-8F83-406E-BBED-051BEA9949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1120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751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027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54" r:id="rId2"/>
    <p:sldLayoutId id="2147483756" r:id="rId3"/>
    <p:sldLayoutId id="2147483743" r:id="rId4"/>
    <p:sldLayoutId id="2147483745" r:id="rId5"/>
    <p:sldLayoutId id="2147483757" r:id="rId6"/>
    <p:sldLayoutId id="2147483752" r:id="rId7"/>
    <p:sldLayoutId id="2147483758" r:id="rId8"/>
    <p:sldLayoutId id="2147483753" r:id="rId9"/>
    <p:sldLayoutId id="2147483759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9D7E4520-1441-4995-9C47-D3BAA68D3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Thánh Ca 05</a:t>
            </a:r>
            <a:br>
              <a:rPr lang="vi-VN" dirty="0"/>
            </a:br>
            <a:r>
              <a:rPr lang="vi-VN" dirty="0"/>
              <a:t>MUÔN DÂN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TRÊN HOÀN </a:t>
            </a:r>
            <a:r>
              <a:rPr lang="en-US" dirty="0"/>
              <a:t>C</a:t>
            </a:r>
            <a:r>
              <a:rPr lang="vi-VN" dirty="0"/>
              <a:t>ẦU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NÊN CA XƯỚNG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4646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1. </a:t>
            </a:r>
            <a:r>
              <a:rPr lang="vi-VN" smtClean="0"/>
              <a:t>Muôn </a:t>
            </a:r>
            <a:r>
              <a:rPr lang="vi-VN" dirty="0"/>
              <a:t>dân trên hoàn cầu nên ca xướng,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chúc tán Chúa Cha,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thật thỏa thích thay!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53399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Lòng vui hát, siêng năng hầu việc luôn,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Khá đến ngợi khen Chúa cách vui vầy.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46121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2. Giê-hô-va thật là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Ngôi Chân Chúa,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chính Chúa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chẳng ai</a:t>
            </a:r>
            <a:r>
              <a:rPr lang="en-US" dirty="0"/>
              <a:t> </a:t>
            </a:r>
            <a:r>
              <a:rPr lang="vi-VN" dirty="0"/>
              <a:t>tạo hóa thế gian;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38831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Hằng nuôi chúng ta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trong bầy Ngài mua,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Dẫn dắt mọi chiên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cách rất vẹn toàn.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8475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3. Hân hoan ta vào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đền Vua minh chánh,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cất tiếng hát trong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Hội Thánh Chúa Cha.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25682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Đồng tâm cám ơn,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khen ngợi hòa thanh, chúc danh Ngài luôn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hiển vinh rạng lòa.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65230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4. Ba Ngôi Chân Thần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từ bi chan chứa,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ái đức Chúa tôi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đằm thắm thủy chung.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44250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Nguồn chân lý đây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nguyên từ ngàn xưa,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suốt bao thời gian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đứng vững vô cùng.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0129792"/>
      </p:ext>
    </p:extLst>
  </p:cSld>
  <p:clrMapOvr>
    <a:masterClrMapping/>
  </p:clrMapOvr>
</p:sld>
</file>

<file path=ppt/theme/theme1.xml><?xml version="1.0" encoding="utf-8"?>
<a:theme xmlns:a="http://schemas.openxmlformats.org/drawingml/2006/main" name="faithstocks-template-powerpoint-00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F5C834B2-4A3E-49F7-9EB5-908E626B4A0E}" vid="{6886AF0C-C0C5-4004-8430-67B367CF969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faithstocks-template-powerpoint-001</Template>
  <TotalTime>4</TotalTime>
  <Words>54</Words>
  <Application>Microsoft Office PowerPoint</Application>
  <PresentationFormat>Widescreen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Arial</vt:lpstr>
      <vt:lpstr>faithstocks-template-powerpoint-001</vt:lpstr>
      <vt:lpstr>Thánh Ca 05 MUÔN DÂN TRÊN HOÀN CẦU NÊN CA XƯỚNG</vt:lpstr>
      <vt:lpstr>1. Muôn dân trên hoàn cầu nên ca xướng, chúc tán Chúa Cha, thật thỏa thích thay! </vt:lpstr>
      <vt:lpstr>Lòng vui hát, siêng năng hầu việc luôn, Khá đến ngợi khen Chúa cách vui vầy. </vt:lpstr>
      <vt:lpstr>2. Giê-hô-va thật là Ngôi Chân Chúa, chính Chúa chẳng ai tạo hóa thế gian; </vt:lpstr>
      <vt:lpstr>Hằng nuôi chúng ta trong bầy Ngài mua, Dẫn dắt mọi chiên cách rất vẹn toàn. </vt:lpstr>
      <vt:lpstr>3. Hân hoan ta vào đền Vua minh chánh, cất tiếng hát trong Hội Thánh Chúa Cha. </vt:lpstr>
      <vt:lpstr>Đồng tâm cám ơn, khen ngợi hòa thanh, chúc danh Ngài luôn hiển vinh rạng lòa.</vt:lpstr>
      <vt:lpstr>4. Ba Ngôi Chân Thần từ bi chan chứa, ái đức Chúa tôi đằm thắm thủy chung. </vt:lpstr>
      <vt:lpstr>Nguồn chân lý đây nguyên từ ngàn xưa, suốt bao thời gian đứng vững vô cùng.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Thánh Ca 05 Muôn Dân Trên Hoàn Cầu Nên Ca Xướng</dc:title>
  <dc:creator>Phan Minh Vinh An; KIETTTSE62520</dc:creator>
  <cp:lastModifiedBy>An Phan</cp:lastModifiedBy>
  <cp:revision>5</cp:revision>
  <dcterms:created xsi:type="dcterms:W3CDTF">2018-01-21T03:20:01Z</dcterms:created>
  <dcterms:modified xsi:type="dcterms:W3CDTF">2018-11-08T04:13:34Z</dcterms:modified>
</cp:coreProperties>
</file>