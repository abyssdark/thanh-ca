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59" autoAdjust="0"/>
    <p:restoredTop sz="86477" autoAdjust="0"/>
  </p:normalViewPr>
  <p:slideViewPr>
    <p:cSldViewPr snapToGrid="0">
      <p:cViewPr varScale="1">
        <p:scale>
          <a:sx n="59" d="100"/>
          <a:sy n="59" d="100"/>
        </p:scale>
        <p:origin x="-258" y="-3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xmlns=""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xmlns=""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Thánh Ca 68</a:t>
            </a:r>
          </a:p>
          <a:p>
            <a:r>
              <a:rPr lang="vi-VN" dirty="0" smtClean="0"/>
              <a:t>ĐÊM CHÚA TRỜI BAN ƠN LÀNH</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1. Nầy đêm Chúa Trời ban ơn lành, Xưa chưa hề có trong trần gian,</a:t>
            </a:r>
            <a:endParaRPr lang="en-US" dirty="0"/>
          </a:p>
        </p:txBody>
      </p:sp>
    </p:spTree>
    <p:extLst>
      <p:ext uri="{BB962C8B-B14F-4D97-AF65-F5344CB8AC3E}">
        <p14:creationId xmlns:p14="http://schemas.microsoft.com/office/powerpoint/2010/main" val="3708902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Truyền Con Thánh Ngài lìa thiên đình, Đem thân vàng xuống cõi lầm than. Dẫu Bết-lê-hem tiểu ty thành, </a:t>
            </a:r>
            <a:endParaRPr lang="en-US" dirty="0"/>
          </a:p>
        </p:txBody>
      </p:sp>
    </p:spTree>
    <p:extLst>
      <p:ext uri="{BB962C8B-B14F-4D97-AF65-F5344CB8AC3E}">
        <p14:creationId xmlns:p14="http://schemas.microsoft.com/office/powerpoint/2010/main" val="813823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Máng cỏ hiu quạnh chiên quanh ràn; Mà vinh hiển trời rạng muôn hình, Đang đêm mục tử sợ </a:t>
            </a:r>
            <a:r>
              <a:rPr lang="en-US" dirty="0" smtClean="0"/>
              <a:t/>
            </a:r>
            <a:br>
              <a:rPr lang="en-US" dirty="0" smtClean="0"/>
            </a:br>
            <a:r>
              <a:rPr lang="vi-VN" dirty="0" smtClean="0"/>
              <a:t>hoang mang. </a:t>
            </a:r>
            <a:endParaRPr lang="en-US" dirty="0"/>
          </a:p>
        </p:txBody>
      </p:sp>
    </p:spTree>
    <p:extLst>
      <p:ext uri="{BB962C8B-B14F-4D97-AF65-F5344CB8AC3E}">
        <p14:creationId xmlns:p14="http://schemas.microsoft.com/office/powerpoint/2010/main" val="3449539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2. Kìa, xem ánh hào quang soi ngời, Bao thiên thần xướng ca dậy vang, </a:t>
            </a:r>
            <a:endParaRPr lang="en-US" dirty="0"/>
          </a:p>
        </p:txBody>
      </p:sp>
    </p:spTree>
    <p:extLst>
      <p:ext uri="{BB962C8B-B14F-4D97-AF65-F5344CB8AC3E}">
        <p14:creationId xmlns:p14="http://schemas.microsoft.com/office/powerpoint/2010/main" val="1943195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Mừng nay phước lành cho muôn người, Vinh danh trời, đất được bình an. Hỡi các kẻ chăn chớ run rời, </a:t>
            </a:r>
            <a:endParaRPr lang="en-US" dirty="0"/>
          </a:p>
        </p:txBody>
      </p:sp>
    </p:spTree>
    <p:extLst>
      <p:ext uri="{BB962C8B-B14F-4D97-AF65-F5344CB8AC3E}">
        <p14:creationId xmlns:p14="http://schemas.microsoft.com/office/powerpoint/2010/main" val="633973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Hãy vững tâm thần nghe ta truyền: “Thành Đa-vít Thần Nhi ra đời, Tin vui mừng lớn cho nhân gian.” </a:t>
            </a:r>
            <a:endParaRPr lang="en-US" dirty="0"/>
          </a:p>
        </p:txBody>
      </p:sp>
    </p:spTree>
    <p:extLst>
      <p:ext uri="{BB962C8B-B14F-4D97-AF65-F5344CB8AC3E}">
        <p14:creationId xmlns:p14="http://schemas.microsoft.com/office/powerpoint/2010/main" val="1521840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3. Miền đông chói rạng bao huy hoàng, Tia vui mừng bác sĩ nhận ra,</a:t>
            </a:r>
            <a:endParaRPr lang="en-US" dirty="0"/>
          </a:p>
        </p:txBody>
      </p:sp>
    </p:spTree>
    <p:extLst>
      <p:ext uri="{BB962C8B-B14F-4D97-AF65-F5344CB8AC3E}">
        <p14:creationId xmlns:p14="http://schemas.microsoft.com/office/powerpoint/2010/main" val="234611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Cùng nhau sắm một dược, hương, vàng, Xông pha nào quản dặm đường xa. Ngửa mắt ngắm sao cứ băng chừng, </a:t>
            </a:r>
            <a:endParaRPr lang="en-US" dirty="0"/>
          </a:p>
        </p:txBody>
      </p:sp>
    </p:spTree>
    <p:extLst>
      <p:ext uri="{BB962C8B-B14F-4D97-AF65-F5344CB8AC3E}">
        <p14:creationId xmlns:p14="http://schemas.microsoft.com/office/powerpoint/2010/main" val="1241036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Muốn yết Vua nại bao sơn hà, Vào dâng lễ vật nơi sao dừng, Anh Nhi nầy hẳn Quân Vương ta.</a:t>
            </a:r>
            <a:endParaRPr lang="en-US" dirty="0"/>
          </a:p>
        </p:txBody>
      </p:sp>
    </p:spTree>
    <p:extLst>
      <p:ext uri="{BB962C8B-B14F-4D97-AF65-F5344CB8AC3E}">
        <p14:creationId xmlns:p14="http://schemas.microsoft.com/office/powerpoint/2010/main" val="174090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4. Mừng đêm ấy thật đêm phước thần, Thiên ca mừng rỡ ta hòa thinh, </a:t>
            </a:r>
            <a:endParaRPr lang="en-US" dirty="0"/>
          </a:p>
        </p:txBody>
      </p:sp>
    </p:spTree>
    <p:extLst>
      <p:ext uri="{BB962C8B-B14F-4D97-AF65-F5344CB8AC3E}">
        <p14:creationId xmlns:p14="http://schemas.microsoft.com/office/powerpoint/2010/main" val="1254146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Rằng xưa Christ chịu thân ti bần, Đưa ta vào nước Vua Thần Minh. Kíp giảng Phước Âm khắp xa gần, </a:t>
            </a:r>
            <a:endParaRPr lang="en-US" dirty="0"/>
          </a:p>
        </p:txBody>
      </p:sp>
    </p:spTree>
    <p:extLst>
      <p:ext uri="{BB962C8B-B14F-4D97-AF65-F5344CB8AC3E}">
        <p14:creationId xmlns:p14="http://schemas.microsoft.com/office/powerpoint/2010/main" val="975993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Tỉnh thức ai còn mê tục tình, Ngàn xưa nhớ lại đêm phước thần, Thiên dân mừng chúc </a:t>
            </a:r>
            <a:r>
              <a:rPr lang="en-US" smtClean="0"/>
              <a:t/>
            </a:r>
            <a:br>
              <a:rPr lang="en-US" smtClean="0"/>
            </a:br>
            <a:r>
              <a:rPr lang="vi-VN" smtClean="0"/>
              <a:t>Vua </a:t>
            </a:r>
            <a:r>
              <a:rPr lang="vi-VN" dirty="0" smtClean="0"/>
              <a:t>hạ sinh.</a:t>
            </a:r>
            <a:endParaRPr lang="en-US" dirty="0"/>
          </a:p>
        </p:txBody>
      </p:sp>
    </p:spTree>
    <p:extLst>
      <p:ext uri="{BB962C8B-B14F-4D97-AF65-F5344CB8AC3E}">
        <p14:creationId xmlns:p14="http://schemas.microsoft.com/office/powerpoint/2010/main" val="2814021404"/>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5</TotalTime>
  <Words>268</Words>
  <Application>Microsoft Office PowerPoint</Application>
  <PresentationFormat>Custom</PresentationFormat>
  <Paragraphs>14</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faithstocks-template-powerpoint-001</vt:lpstr>
      <vt:lpstr>Thánh Ca 68 ĐÊM CHÚA TRỜI BAN ƠN LÀNH</vt:lpstr>
      <vt:lpstr>1. Nầy đêm Chúa Trời ban ơn lành, Xưa chưa hề có trong trần gian,</vt:lpstr>
      <vt:lpstr>Truyền Con Thánh Ngài lìa thiên đình, Đem thân vàng xuống cõi lầm than. Dẫu Bết-lê-hem tiểu ty thành, </vt:lpstr>
      <vt:lpstr>Máng cỏ hiu quạnh chiên quanh ràn; Mà vinh hiển trời rạng muôn hình, Đang đêm mục tử sợ  hoang mang. </vt:lpstr>
      <vt:lpstr>2. Kìa, xem ánh hào quang soi ngời, Bao thiên thần xướng ca dậy vang, </vt:lpstr>
      <vt:lpstr>Mừng nay phước lành cho muôn người, Vinh danh trời, đất được bình an. Hỡi các kẻ chăn chớ run rời, </vt:lpstr>
      <vt:lpstr>Hãy vững tâm thần nghe ta truyền: “Thành Đa-vít Thần Nhi ra đời, Tin vui mừng lớn cho nhân gian.” </vt:lpstr>
      <vt:lpstr>3. Miền đông chói rạng bao huy hoàng, Tia vui mừng bác sĩ nhận ra,</vt:lpstr>
      <vt:lpstr>Cùng nhau sắm một dược, hương, vàng, Xông pha nào quản dặm đường xa. Ngửa mắt ngắm sao cứ băng chừng, </vt:lpstr>
      <vt:lpstr>Muốn yết Vua nại bao sơn hà, Vào dâng lễ vật nơi sao dừng, Anh Nhi nầy hẳn Quân Vương ta.</vt:lpstr>
      <vt:lpstr>4. Mừng đêm ấy thật đêm phước thần, Thiên ca mừng rỡ ta hòa thinh, </vt:lpstr>
      <vt:lpstr>Rằng xưa Christ chịu thân ti bần, Đưa ta vào nước Vua Thần Minh. Kíp giảng Phước Âm khắp xa gần, </vt:lpstr>
      <vt:lpstr>Tỉnh thức ai còn mê tục tình, Ngàn xưa nhớ lại đêm phước thần, Thiên dân mừng chúc  Vua hạ sinh.</vt:lpstr>
    </vt:vector>
  </TitlesOfParts>
  <Company>ASI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068 - Đêm Chúa Trời Ban Ơn Lành   Thánh Ca 68 Đêm Chúa Trời Ban Ơn Lành  1. Nầy đêm Chúa Trời ban ơn lành, Xưa chưa hề có trong trần gian,   Truyền Con Thánh Ngài lìa thiên đình, Đem thân vàng xuống cõi lầm than.  Dẫu Bết-lê-hem tiểu ty thành,   Máng cỏ hiu quạnh chiên quanh ràn; Mà vinh hiển trời rạng muôn hình, Đang đêm mục tử sợ hoang mang.   2. Kìa, xem ánh hào quang soi ngời, Bao thiên thần xướng ca dậy vang,   Mừng nay phước lành cho muôn người, Vinh danh trời, đất được bình an. Hỡi các kẻ chăn chớ run rời,   Hãy vững tâm thần nghe ta truyền: “Thành Đa-vít  Thần Nhi ra đời, Tin vui mừng lớn cho nhân gian.”   3. Miền đông chói rạng bao huy hoàng, Tia vui mừng bác sĩ nhận ra,   Cùng nhau sắm một dược, hương, vàng, Xông pha nào quản dặm đường xa. Ngửa mắt ngắm sao cứ băng chừng,   Muốn yết Vua nại bao sơn hà, Vào dâng lễ vật nơi sao dừng, Anh Nhi nầy hẳn Quân Vương ta.  Thánh Ca 68 Đêm Chúa Trời Ban Ơn Lành   4. Mừng đêm ấy  thật đêm phước thần, Thiên ca mừng rỡ ta hòa thinh,   Rằng xưa Christ chịu thân ti bần, Đưa ta vào nước Vua Thần Minh. Kíp giảng Phước Âm khắp xa gần,   Tỉnh thức ai còn mê tục tình, Ngàn xưa nhớ lại đêm phước thần, Thiên dân mừng chúc  Vua hạ sinh.</dc:title>
  <dc:creator>Phan Minh Vinh An; An Phan</dc:creator>
  <cp:lastModifiedBy>An Phan</cp:lastModifiedBy>
  <cp:revision>2</cp:revision>
  <dcterms:created xsi:type="dcterms:W3CDTF">2018-01-21T23:11:49Z</dcterms:created>
  <dcterms:modified xsi:type="dcterms:W3CDTF">2018-01-21T23:16:51Z</dcterms:modified>
</cp:coreProperties>
</file>