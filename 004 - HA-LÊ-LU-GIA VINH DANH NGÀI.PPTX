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  <p:sldMasterId id="2147483760" r:id="rId2"/>
  </p:sldMasterIdLst>
  <p:sldIdLst>
    <p:sldId id="256" r:id="rId3"/>
    <p:sldId id="257" r:id="rId4"/>
    <p:sldId id="260" r:id="rId5"/>
    <p:sldId id="261" r:id="rId6"/>
    <p:sldId id="262" r:id="rId7"/>
    <p:sldId id="287" r:id="rId8"/>
    <p:sldId id="288" r:id="rId9"/>
    <p:sldId id="265" r:id="rId10"/>
    <p:sldId id="279" r:id="rId11"/>
    <p:sldId id="280" r:id="rId12"/>
    <p:sldId id="268" r:id="rId13"/>
    <p:sldId id="281" r:id="rId14"/>
    <p:sldId id="282" r:id="rId15"/>
    <p:sldId id="289" r:id="rId16"/>
    <p:sldId id="259" r:id="rId17"/>
    <p:sldId id="283" r:id="rId18"/>
    <p:sldId id="284" r:id="rId19"/>
    <p:sldId id="274" r:id="rId20"/>
    <p:sldId id="285" r:id="rId21"/>
    <p:sldId id="28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3" autoAdjust="0"/>
    <p:restoredTop sz="94660" autoAdjust="0"/>
  </p:normalViewPr>
  <p:slideViewPr>
    <p:cSldViewPr snapToGrid="0">
      <p:cViewPr varScale="1">
        <p:scale>
          <a:sx n="77" d="100"/>
          <a:sy n="77" d="100"/>
        </p:scale>
        <p:origin x="642" y="13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36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3255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7892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877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9100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8958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197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762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8216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120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751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6365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869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ời Bài Há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36930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D7B5080-280C-457F-B1C3-02181A2D07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4638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741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A9F4E50-46AD-43BB-99B5-F85C751628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4083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1662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B837F48-D0D6-45AC-A273-00953E86AE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395570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9516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ên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32F8712E-8F83-406E-BBED-051BEA9949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3742" y="922712"/>
            <a:ext cx="10791731" cy="4081549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hát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811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ời Bài Hát -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>
          <a:xfrm>
            <a:off x="337751" y="325925"/>
            <a:ext cx="11516497" cy="6237837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defRPr sz="7000"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đây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605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027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54" r:id="rId2"/>
    <p:sldLayoutId id="2147483756" r:id="rId3"/>
    <p:sldLayoutId id="2147483743" r:id="rId4"/>
    <p:sldLayoutId id="2147483745" r:id="rId5"/>
    <p:sldLayoutId id="2147483757" r:id="rId6"/>
    <p:sldLayoutId id="2147483752" r:id="rId7"/>
    <p:sldLayoutId id="2147483758" r:id="rId8"/>
    <p:sldLayoutId id="2147483753" r:id="rId9"/>
    <p:sldLayoutId id="21474837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7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04</a:t>
            </a:r>
            <a:br>
              <a:rPr lang="en-US" dirty="0"/>
            </a:br>
            <a:r>
              <a:rPr lang="en-US" dirty="0"/>
              <a:t>HA-LÊ-LU-GIA! </a:t>
            </a:r>
            <a:br>
              <a:rPr lang="en-US" dirty="0"/>
            </a:br>
            <a:r>
              <a:rPr lang="en-US" dirty="0"/>
              <a:t>VINH DANH NGÀI!</a:t>
            </a:r>
          </a:p>
        </p:txBody>
      </p:sp>
    </p:spTree>
    <p:extLst>
      <p:ext uri="{BB962C8B-B14F-4D97-AF65-F5344CB8AC3E}">
        <p14:creationId xmlns:p14="http://schemas.microsoft.com/office/powerpoint/2010/main" val="215464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1. </a:t>
            </a:r>
            <a:r>
              <a:rPr lang="vi-VN" smtClean="0"/>
              <a:t>Lạy </a:t>
            </a:r>
            <a:r>
              <a:rPr lang="vi-VN" dirty="0"/>
              <a:t>Thần đời đời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ban ân phước,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Ai có thể ca khen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cho được?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0592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33986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288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2. Đạo từ lòng Ngài xưa ban phát, Tâm chúng tôi nay nghe thông đạt.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0270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83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704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3. Vì tội người Ngài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dâng sinh tế,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công giá trả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xong xuôi mọi bề.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814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5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06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4. Lòng nầy mờ mịt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như đêm tối, Cha lấy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linh quang soi rạng ngời.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8311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58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069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9D7E4520-1441-4995-9C47-D3BAA68D3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Thánh</a:t>
            </a:r>
            <a:r>
              <a:rPr lang="en-US" dirty="0"/>
              <a:t> </a:t>
            </a:r>
            <a:r>
              <a:rPr lang="en-US" dirty="0" err="1"/>
              <a:t>Ca</a:t>
            </a:r>
            <a:r>
              <a:rPr lang="en-US" dirty="0"/>
              <a:t> 04</a:t>
            </a:r>
            <a:br>
              <a:rPr lang="en-US" dirty="0"/>
            </a:br>
            <a:r>
              <a:rPr lang="en-US" dirty="0"/>
              <a:t>HA-LÊ-LU-GIA! </a:t>
            </a:r>
            <a:br>
              <a:rPr lang="en-US" dirty="0"/>
            </a:br>
            <a:r>
              <a:rPr lang="en-US" dirty="0"/>
              <a:t>VINH DANH NGÀI!</a:t>
            </a:r>
          </a:p>
        </p:txBody>
      </p:sp>
    </p:spTree>
    <p:extLst>
      <p:ext uri="{BB962C8B-B14F-4D97-AF65-F5344CB8AC3E}">
        <p14:creationId xmlns:p14="http://schemas.microsoft.com/office/powerpoint/2010/main" val="3588825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5. Ngài hiện diện lời xưa tuyên ấn, Đau khổ lui xa khi Ngài gần.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958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58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0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6. Ngài định ngày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đại ban ân thưởng,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Phu phỉ chúng tôi trong mọi đường.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39177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 A-men! chúng tôi tôn thờ đây;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3435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/>
              <a:t>Ha-lê-lu-gia!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Vinh danh Ngài!</a:t>
            </a:r>
            <a:r>
              <a:rPr lang="en-US" dirty="0"/>
              <a:t/>
            </a:r>
            <a:br>
              <a:rPr lang="en-US" dirty="0"/>
            </a:br>
            <a:r>
              <a:rPr lang="vi-VN" dirty="0"/>
              <a:t> Nguyện được yêu Chúa thêm lên hoài.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406961"/>
      </p:ext>
    </p:extLst>
  </p:cSld>
  <p:clrMapOvr>
    <a:masterClrMapping/>
  </p:clrMapOvr>
</p:sld>
</file>

<file path=ppt/theme/theme1.xml><?xml version="1.0" encoding="utf-8"?>
<a:theme xmlns:a="http://schemas.openxmlformats.org/drawingml/2006/main" name="faithstocks-template-powerpoint-00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F5C834B2-4A3E-49F7-9EB5-908E626B4A0E}" vid="{6886AF0C-C0C5-4004-8430-67B367CF969C}"/>
    </a:ext>
  </a:extLst>
</a:theme>
</file>

<file path=ppt/theme/theme2.xml><?xml version="1.0" encoding="utf-8"?>
<a:theme xmlns:a="http://schemas.openxmlformats.org/drawingml/2006/main" name="Presentation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ocument Themes.potx" id="{6A44481B-8EE0-4478-8270-5C7A3D7973D1}" vid="{BC5D5854-44EB-413B-9822-CB9A1AE0F1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faithstocks-template-powerpoint-001</Template>
  <TotalTime>4</TotalTime>
  <Words>89</Words>
  <Application>Microsoft Office PowerPoint</Application>
  <PresentationFormat>Widescreen</PresentationFormat>
  <Paragraphs>20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faithstocks-template-powerpoint-001</vt:lpstr>
      <vt:lpstr>Presentation1</vt:lpstr>
      <vt:lpstr>Thánh Ca 04 HA-LÊ-LU-GIA!  VINH DANH NGÀI!</vt:lpstr>
      <vt:lpstr>1. Lạy Thần đời đời  ban ân phước,  Ai có thể ca khen cho được?  </vt:lpstr>
      <vt:lpstr>Ha-lê-lu-gia!  Vinh danh Ngài! A-men! chúng tôi tôn thờ đây; </vt:lpstr>
      <vt:lpstr>Ha-lê-lu-gia!  Vinh danh Ngài!  Nguyện được yêu Chúa thêm lên hoài. </vt:lpstr>
      <vt:lpstr>2. Đạo từ lòng Ngài xưa ban phát, Tâm chúng tôi nay nghe thông đạt.</vt:lpstr>
      <vt:lpstr>Ha-lê-lu-gia!  Vinh danh Ngài! A-men! chúng tôi tôn thờ đây; </vt:lpstr>
      <vt:lpstr>Ha-lê-lu-gia!  Vinh danh Ngài!  Nguyện được yêu Chúa thêm lên hoài. </vt:lpstr>
      <vt:lpstr>3. Vì tội người Ngài dâng sinh tế, công giá trả xong xuôi mọi bề. </vt:lpstr>
      <vt:lpstr>Ha-lê-lu-gia!  Vinh danh Ngài! A-men! chúng tôi tôn thờ đây; </vt:lpstr>
      <vt:lpstr>Ha-lê-lu-gia!  Vinh danh Ngài!  Nguyện được yêu Chúa thêm lên hoài. </vt:lpstr>
      <vt:lpstr>4. Lòng nầy mờ mịt như đêm tối, Cha lấy linh quang soi rạng ngời.</vt:lpstr>
      <vt:lpstr>Ha-lê-lu-gia!  Vinh danh Ngài! A-men! chúng tôi tôn thờ đây; </vt:lpstr>
      <vt:lpstr>Ha-lê-lu-gia!  Vinh danh Ngài!  Nguyện được yêu Chúa thêm lên hoài. </vt:lpstr>
      <vt:lpstr>Thánh Ca 04 HA-LÊ-LU-GIA!  VINH DANH NGÀI!</vt:lpstr>
      <vt:lpstr>5. Ngài hiện diện lời xưa tuyên ấn, Đau khổ lui xa khi Ngài gần.</vt:lpstr>
      <vt:lpstr>Ha-lê-lu-gia!  Vinh danh Ngài! A-men! chúng tôi tôn thờ đây; </vt:lpstr>
      <vt:lpstr>Ha-lê-lu-gia!  Vinh danh Ngài!  Nguyện được yêu Chúa thêm lên hoài. </vt:lpstr>
      <vt:lpstr>6. Ngài định ngày đại ban ân thưởng, Phu phỉ chúng tôi trong mọi đường.</vt:lpstr>
      <vt:lpstr>Ha-lê-lu-gia!  Vinh danh Ngài! A-men! chúng tôi tôn thờ đây; </vt:lpstr>
      <vt:lpstr>Ha-lê-lu-gia!  Vinh danh Ngài!  Nguyện được yêu Chúa thêm lên hoài.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Thánh Ca 04 Ha-lê-lu-gia!  Vinh danh Ngài! </dc:title>
  <dc:creator>Phan Minh Vinh An; KIETTTSE62520</dc:creator>
  <cp:lastModifiedBy>An Phan</cp:lastModifiedBy>
  <cp:revision>6</cp:revision>
  <dcterms:created xsi:type="dcterms:W3CDTF">2018-01-21T03:15:54Z</dcterms:created>
  <dcterms:modified xsi:type="dcterms:W3CDTF">2018-11-08T04:13:41Z</dcterms:modified>
</cp:coreProperties>
</file>