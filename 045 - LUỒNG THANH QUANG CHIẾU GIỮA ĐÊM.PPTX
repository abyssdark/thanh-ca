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64" r:id="rId4"/>
    <p:sldId id="260" r:id="rId5"/>
    <p:sldId id="261" r:id="rId6"/>
    <p:sldId id="265" r:id="rId7"/>
    <p:sldId id="262" r:id="rId8"/>
    <p:sldId id="258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48" autoAdjust="0"/>
    <p:restoredTop sz="94660" autoAdjust="0"/>
  </p:normalViewPr>
  <p:slideViewPr>
    <p:cSldViewPr snapToGrid="0">
      <p:cViewPr varScale="1">
        <p:scale>
          <a:sx n="77" d="100"/>
          <a:sy n="77" d="100"/>
        </p:scale>
        <p:origin x="498" y="13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5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789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877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100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5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19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62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16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120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75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27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54" r:id="rId2"/>
    <p:sldLayoutId id="2147483756" r:id="rId3"/>
    <p:sldLayoutId id="2147483743" r:id="rId4"/>
    <p:sldLayoutId id="2147483745" r:id="rId5"/>
    <p:sldLayoutId id="2147483757" r:id="rId6"/>
    <p:sldLayoutId id="2147483752" r:id="rId7"/>
    <p:sldLayoutId id="2147483758" r:id="rId8"/>
    <p:sldLayoutId id="2147483753" r:id="rId9"/>
    <p:sldLayoutId id="21474837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9D7E4520-1441-4995-9C47-D3BAA68D3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Thánh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45</a:t>
            </a:r>
            <a:br>
              <a:rPr lang="en-US" dirty="0"/>
            </a:br>
            <a:r>
              <a:rPr lang="en-US" dirty="0"/>
              <a:t>LUỒNG THANH QUANG </a:t>
            </a:r>
            <a:br>
              <a:rPr lang="en-US" dirty="0"/>
            </a:br>
            <a:r>
              <a:rPr lang="en-US" dirty="0"/>
              <a:t>CHIẾU GIỮA ĐÊM</a:t>
            </a:r>
          </a:p>
        </p:txBody>
      </p:sp>
    </p:spTree>
    <p:extLst>
      <p:ext uri="{BB962C8B-B14F-4D97-AF65-F5344CB8AC3E}">
        <p14:creationId xmlns:p14="http://schemas.microsoft.com/office/powerpoint/2010/main" val="2154646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1. </a:t>
            </a:r>
            <a:r>
              <a:rPr lang="vi-VN" smtClean="0"/>
              <a:t>Luồng </a:t>
            </a:r>
            <a:r>
              <a:rPr lang="vi-VN" dirty="0"/>
              <a:t>thanh quang Chúa chiếu</a:t>
            </a:r>
            <a:r>
              <a:rPr lang="en-US" dirty="0"/>
              <a:t> </a:t>
            </a:r>
            <a:r>
              <a:rPr lang="vi-VN" dirty="0"/>
              <a:t>giữa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đêm mịt canh trường,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xin hằng đưa tôi!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025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Hồi canh khuya vắng,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lúc tôi xa nhà lạc đường.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519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Dìu tôi, Ngài ôi!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Xin đưa chơn tôi,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tôi không muốn cách xa nhà, chỉ mong Jêsus</a:t>
            </a:r>
            <a:r>
              <a:rPr lang="en-US" dirty="0"/>
              <a:t> </a:t>
            </a:r>
            <a:r>
              <a:rPr lang="vi-VN" dirty="0"/>
              <a:t>đưa tôi một bước hồi gia.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954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2. Ngày xưa đâu có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thiết tha đêm ngày</a:t>
            </a:r>
            <a:r>
              <a:rPr lang="en-US" dirty="0"/>
              <a:t> </a:t>
            </a:r>
            <a:br>
              <a:rPr lang="en-US" dirty="0"/>
            </a:br>
            <a:r>
              <a:rPr lang="vi-VN" dirty="0"/>
              <a:t>xin Ngài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đưa đường cho tôi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5204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vì hay cố chấp ý riêng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nên lạc sai hoài,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401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Vực tôi, Ngài ôi!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Bao phen ham mê vui chơi chẳng chút e ngừa,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ý tôi kiêu căng, mong Christ quên hẳn thời xưa.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44559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3. Lòng tôi tin chắc phước ơn xưa hiện đương còn. Đưa đường cho tôi,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vượt qua nơi bẩn, lối eo, ao, đầm, suối, cồn.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120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Kìa đêm tàn rồi, ban mai trông nhau anh em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chí thân tươi cười,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bấy lâu xa nhau, hôm nay gặp đây mừng vui.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915319"/>
      </p:ext>
    </p:extLst>
  </p:cSld>
  <p:clrMapOvr>
    <a:masterClrMapping/>
  </p:clrMapOvr>
</p:sld>
</file>

<file path=ppt/theme/theme1.xml><?xml version="1.0" encoding="utf-8"?>
<a:theme xmlns:a="http://schemas.openxmlformats.org/drawingml/2006/main" name="faithstocks-template-powerpoint-00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5C834B2-4A3E-49F7-9EB5-908E626B4A0E}" vid="{6886AF0C-C0C5-4004-8430-67B367CF969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faithstocks-template-powerpoint-001</Template>
  <TotalTime>4</TotalTime>
  <Words>69</Words>
  <Application>Microsoft Office PowerPoint</Application>
  <PresentationFormat>Widescreen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faithstocks-template-powerpoint-001</vt:lpstr>
      <vt:lpstr>Thánh Ca 45 LUỒNG THANH QUANG  CHIẾU GIỮA ĐÊM</vt:lpstr>
      <vt:lpstr>1. Luồng thanh quang Chúa chiếu giữa đêm mịt canh trường, xin hằng đưa tôi!</vt:lpstr>
      <vt:lpstr>Hồi canh khuya vắng, lúc tôi xa nhà lạc đường.</vt:lpstr>
      <vt:lpstr>Dìu tôi, Ngài ôi! Xin đưa chơn tôi, tôi không muốn cách xa nhà, chỉ mong Jêsus đưa tôi một bước hồi gia.</vt:lpstr>
      <vt:lpstr>2. Ngày xưa đâu có thiết tha đêm ngày  xin Ngài đưa đường cho tôi</vt:lpstr>
      <vt:lpstr>vì hay cố chấp ý riêng nên lạc sai hoài, </vt:lpstr>
      <vt:lpstr>Vực tôi, Ngài ôi! Bao phen ham mê vui chơi chẳng chút e ngừa, ý tôi kiêu căng, mong Christ quên hẳn thời xưa.</vt:lpstr>
      <vt:lpstr>3. Lòng tôi tin chắc phước ơn xưa hiện đương còn. Đưa đường cho tôi, vượt qua nơi bẩn, lối eo, ao, đầm, suối, cồn.</vt:lpstr>
      <vt:lpstr>Kìa đêm tàn rồi, ban mai trông nhau anh em chí thân tươi cười, bấy lâu xa nhau, hôm nay gặp đây mừng vui.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Thánh Ca 45 Luồng Thanh Quang  Chiếu Giữa Đêm</dc:title>
  <dc:creator>Phan Minh Vinh An; KIETTTSE62520</dc:creator>
  <cp:lastModifiedBy>An Phan</cp:lastModifiedBy>
  <cp:revision>5</cp:revision>
  <dcterms:created xsi:type="dcterms:W3CDTF">2018-01-24T05:59:57Z</dcterms:created>
  <dcterms:modified xsi:type="dcterms:W3CDTF">2018-11-08T04:07:36Z</dcterms:modified>
</cp:coreProperties>
</file>