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6" r:id="rId4"/>
    <p:sldId id="260" r:id="rId5"/>
    <p:sldId id="267" r:id="rId6"/>
    <p:sldId id="261" r:id="rId7"/>
    <p:sldId id="268" r:id="rId8"/>
    <p:sldId id="262" r:id="rId9"/>
    <p:sldId id="269" r:id="rId10"/>
    <p:sldId id="263" r:id="rId11"/>
    <p:sldId id="270" r:id="rId12"/>
    <p:sldId id="264" r:id="rId13"/>
    <p:sldId id="271" r:id="rId14"/>
    <p:sldId id="259" r:id="rId15"/>
    <p:sldId id="272" r:id="rId16"/>
    <p:sldId id="265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40</a:t>
            </a:r>
            <a:br>
              <a:rPr lang="en-US" dirty="0"/>
            </a:br>
            <a:r>
              <a:rPr lang="en-US" dirty="0"/>
              <a:t>THÁNH THAY,</a:t>
            </a:r>
            <a:br>
              <a:rPr lang="en-US" dirty="0"/>
            </a:br>
            <a:r>
              <a:rPr lang="en-US" dirty="0"/>
              <a:t>THÁNH THAY,</a:t>
            </a:r>
            <a:br>
              <a:rPr lang="en-US" dirty="0"/>
            </a:br>
            <a:r>
              <a:rPr lang="en-US" dirty="0"/>
              <a:t>THÁNH THAY!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Thánh </a:t>
            </a:r>
            <a:r>
              <a:rPr lang="vi-VN" dirty="0"/>
              <a:t>thay, Thánh thay, Thánh thay</a:t>
            </a:r>
            <a:r>
              <a:rPr lang="en-US" dirty="0"/>
              <a:t>!</a:t>
            </a:r>
            <a:br>
              <a:rPr lang="en-US" dirty="0"/>
            </a:br>
            <a:r>
              <a:rPr lang="vi-VN" dirty="0"/>
              <a:t>Ðấng Chủ tể oai quyền;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2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Ðang khi tưng tưng sáng, chúng tôi cùng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dâng khúc hoan ca.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14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</a:t>
            </a:r>
            <a:r>
              <a:rPr lang="en-US" dirty="0"/>
              <a:t>!</a:t>
            </a:r>
            <a:br>
              <a:rPr lang="en-US" dirty="0"/>
            </a:br>
            <a:r>
              <a:rPr lang="vi-VN" dirty="0"/>
              <a:t>trí dõng ái đức vô biên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30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Ba Ngôivốn một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thể oai nghi, rạng lòa.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2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Thánh thay, Thánh thay, Thánh thay</a:t>
            </a:r>
            <a:r>
              <a:rPr lang="en-US" dirty="0"/>
              <a:t>!</a:t>
            </a:r>
            <a:br>
              <a:rPr lang="en-US" dirty="0"/>
            </a:br>
            <a:r>
              <a:rPr lang="vi-VN" dirty="0"/>
              <a:t>Các thánh chúc tôn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Tung hô uy danh Chúa, gieo kim miện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quanh biển lưu ly;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4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Chê-ru-bin và Sê-ra-phin, cúi xuống trước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linh oai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41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Ðấng xưng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nguyên hữu, Hiện hữu,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chung vô hạn kỳ.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02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3.Thánh thay, thánh thay, thánh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Dẫu bóng tối che Ngài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2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Xưa nay muôn muôn mắt, kẻ ô tội khôn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thấy thiên nhan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804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Ngoài Ngài không ai không 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Chỉ Chúa chí thánh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1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Ðấng linh năng,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sạch với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hoàn toàn.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7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4.Thánh thay, Thánh thay, Thánh thay!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Ðấng Chủ tể oai quyền!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9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Trên không trung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nơi đất, biển, muôn vật tôn Chúa Ba Ngôi;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726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</a:t>
            </a:r>
            <a:r>
              <a:rPr lang="en-US" dirty="0"/>
              <a:t>!</a:t>
            </a:r>
            <a:br>
              <a:rPr lang="en-US" dirty="0"/>
            </a:br>
            <a:r>
              <a:rPr lang="vi-VN" dirty="0"/>
              <a:t>trí dõng ái đức vô biên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31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Chúa Ba Ngôi vốn một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thể oai nghi, đời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4175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121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faithstocks-template-powerpoint-001</vt:lpstr>
      <vt:lpstr>Thánh Ca 40 THÁNH THAY, THÁNH THAY, THÁNH THAY!</vt:lpstr>
      <vt:lpstr>1. Thánh thay, Thánh thay, Thánh thay! Ðấng Chủ tể oai quyền;</vt:lpstr>
      <vt:lpstr>Ðang khi tưng tưng sáng, chúng tôi cùng dâng khúc hoan ca. </vt:lpstr>
      <vt:lpstr>Thánh thay, Thánh thay, Thánh thay! trí dõng ái đức vô biên</vt:lpstr>
      <vt:lpstr>Chúa Ba Ngôivốn một thể oai nghi, rạng lòa.</vt:lpstr>
      <vt:lpstr>2. Thánh thay, Thánh thay, Thánh thay! Các thánh chúc tôn Ngài</vt:lpstr>
      <vt:lpstr>Tung hô uy danh Chúa, gieo kim miện quanh biển lưu ly; </vt:lpstr>
      <vt:lpstr>Chê-ru-bin và Sê-ra-phin, cúi xuống trước Chúa linh oai</vt:lpstr>
      <vt:lpstr>Ðấng xưng nguyên hữu, Hiện hữu, chung vô hạn kỳ. </vt:lpstr>
      <vt:lpstr>3.Thánh thay, thánh thay, thánh thay! Dẫu bóng tối che Ngài</vt:lpstr>
      <vt:lpstr>Xưa nay muôn muôn mắt, kẻ ô tội khôn thấy thiên nhan</vt:lpstr>
      <vt:lpstr>Ngoài Ngài không ai không ai, Chỉ Chúa chí thánh không hai</vt:lpstr>
      <vt:lpstr>Ðấng linh năng, thánh sạch với yêu thương hoàn toàn.</vt:lpstr>
      <vt:lpstr>4.Thánh thay, Thánh thay, Thánh thay! Ðấng Chủ tể oai quyền! </vt:lpstr>
      <vt:lpstr>Trên không trung nơi đất, biển, muôn vật tôn Chúa Ba Ngôi; </vt:lpstr>
      <vt:lpstr>Thánh thay, Thánh thay, Thánh thay! trí dõng ái đức vô biên</vt:lpstr>
      <vt:lpstr>Chúa Ba Ngôi vốn một thể oai nghi, đời đời.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40 Thánh thay, Thánh thay, Thánh thay!</dc:title>
  <dc:creator>Phan Minh Vinh An; KIETTTSE62520</dc:creator>
  <cp:lastModifiedBy>An Phan</cp:lastModifiedBy>
  <cp:revision>4</cp:revision>
  <dcterms:created xsi:type="dcterms:W3CDTF">2018-01-24T05:42:57Z</dcterms:created>
  <dcterms:modified xsi:type="dcterms:W3CDTF">2018-11-08T04:08:20Z</dcterms:modified>
</cp:coreProperties>
</file>