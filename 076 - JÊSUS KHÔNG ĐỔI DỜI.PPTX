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38" r:id="rId1"/>
    <p:sldMasterId id="2147483760" r:id="rId2"/>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SorterView">
  <p:normalViewPr>
    <p:restoredLeft sz="34559" autoAdjust="0"/>
    <p:restoredTop sz="86477" autoAdjust="0"/>
  </p:normalViewPr>
  <p:slideViewPr>
    <p:cSldViewPr snapToGrid="0">
      <p:cViewPr varScale="1">
        <p:scale>
          <a:sx n="99" d="100"/>
          <a:sy n="99" d="100"/>
        </p:scale>
        <p:origin x="234" y="78"/>
      </p:cViewPr>
      <p:guideLst>
        <p:guide orient="horz" pos="2160"/>
        <p:guide pos="3840"/>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195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theme" Target="theme/theme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5.jp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8325564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942789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03287731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92910047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2089587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7171977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70762697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2282164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2861120487"/>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549751169"/>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ên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73265752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71478342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Lời Bài Hát - 1">
    <p:spTree>
      <p:nvGrpSpPr>
        <p:cNvPr id="1" name=""/>
        <p:cNvGrpSpPr/>
        <p:nvPr/>
      </p:nvGrpSpPr>
      <p:grpSpPr>
        <a:xfrm>
          <a:off x="0" y="0"/>
          <a:ext cx="0" cy="0"/>
          <a:chOff x="0" y="0"/>
          <a:chExt cx="0" cy="0"/>
        </a:xfrm>
      </p:grpSpPr>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rgbClr val="FFFF00"/>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4933173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ên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a:extLst>
              <a:ext uri="{FF2B5EF4-FFF2-40B4-BE49-F238E27FC236}">
                <a16:creationId xmlns:a16="http://schemas.microsoft.com/office/drawing/2014/main" id="{8D7B5080-280C-457F-B1C3-02181A2D075D}"/>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8019368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Lời Bài Hát - 2">
    <p:spTree>
      <p:nvGrpSpPr>
        <p:cNvPr id="1" name=""/>
        <p:cNvGrpSpPr/>
        <p:nvPr/>
      </p:nvGrpSpPr>
      <p:grpSpPr>
        <a:xfrm>
          <a:off x="0" y="0"/>
          <a:ext cx="0" cy="0"/>
          <a:chOff x="0" y="0"/>
          <a:chExt cx="0" cy="0"/>
        </a:xfrm>
      </p:grpSpPr>
      <p:pic>
        <p:nvPicPr>
          <p:cNvPr id="4" name="Picture 3"/>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3379775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Tên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0A9F4E50-46AD-43BB-99B5-F85C751628C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8265594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Lời Bài Hát - 3">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49007109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Tên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a:extLst>
              <a:ext uri="{FF2B5EF4-FFF2-40B4-BE49-F238E27FC236}">
                <a16:creationId xmlns:a16="http://schemas.microsoft.com/office/drawing/2014/main" id="{4B837F48-D0D6-45AC-A273-00953E86AED0}"/>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1051619503"/>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Lời Bài Hát - 4">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6"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1270801852"/>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ên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7" name="Title 1">
            <a:extLst>
              <a:ext uri="{FF2B5EF4-FFF2-40B4-BE49-F238E27FC236}">
                <a16:creationId xmlns:a16="http://schemas.microsoft.com/office/drawing/2014/main" id="{32F8712E-8F83-406E-BBED-051BEA99490F}"/>
              </a:ext>
            </a:extLst>
          </p:cNvPr>
          <p:cNvSpPr>
            <a:spLocks noGrp="1"/>
          </p:cNvSpPr>
          <p:nvPr>
            <p:ph type="title" hasCustomPrompt="1"/>
          </p:nvPr>
        </p:nvSpPr>
        <p:spPr>
          <a:xfrm>
            <a:off x="633742" y="922712"/>
            <a:ext cx="10791731" cy="4081549"/>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Tiêu</a:t>
            </a:r>
            <a:r>
              <a:rPr lang="en-US" dirty="0"/>
              <a:t> </a:t>
            </a:r>
            <a:r>
              <a:rPr lang="en-US" dirty="0" err="1"/>
              <a:t>đề</a:t>
            </a:r>
            <a:r>
              <a:rPr lang="en-US" dirty="0"/>
              <a:t> </a:t>
            </a:r>
            <a:r>
              <a:rPr lang="en-US" dirty="0" err="1"/>
              <a:t>bài</a:t>
            </a:r>
            <a:r>
              <a:rPr lang="en-US" dirty="0"/>
              <a:t> </a:t>
            </a:r>
            <a:r>
              <a:rPr lang="en-US" dirty="0" err="1"/>
              <a:t>hát</a:t>
            </a:r>
            <a:endParaRPr lang="en-US" dirty="0"/>
          </a:p>
        </p:txBody>
      </p:sp>
    </p:spTree>
    <p:extLst>
      <p:ext uri="{BB962C8B-B14F-4D97-AF65-F5344CB8AC3E}">
        <p14:creationId xmlns:p14="http://schemas.microsoft.com/office/powerpoint/2010/main" val="3802401708"/>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Lời Bài Hát - 5">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5" name="Title 1"/>
          <p:cNvSpPr>
            <a:spLocks noGrp="1"/>
          </p:cNvSpPr>
          <p:nvPr>
            <p:ph type="title" hasCustomPrompt="1"/>
          </p:nvPr>
        </p:nvSpPr>
        <p:spPr>
          <a:xfrm>
            <a:off x="337751" y="325925"/>
            <a:ext cx="11516497" cy="6237837"/>
          </a:xfrm>
          <a:prstGeom prst="rect">
            <a:avLst/>
          </a:prstGeom>
        </p:spPr>
        <p:txBody>
          <a:bodyPr anchor="ctr">
            <a:noAutofit/>
          </a:bodyPr>
          <a:lstStyle>
            <a:lvl1pPr algn="ctr">
              <a:lnSpc>
                <a:spcPct val="120000"/>
              </a:lnSpc>
              <a:defRPr sz="7000" b="1" baseline="0">
                <a:solidFill>
                  <a:schemeClr val="bg1"/>
                </a:solidFill>
                <a:latin typeface="Arial" panose="020B0604020202020204" pitchFamily="34" charset="0"/>
                <a:cs typeface="Arial" panose="020B0604020202020204" pitchFamily="34" charset="0"/>
              </a:defRPr>
            </a:lvl1pPr>
          </a:lstStyle>
          <a:p>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br>
              <a:rPr lang="en-US" dirty="0"/>
            </a:br>
            <a:r>
              <a:rPr lang="en-US" dirty="0" err="1"/>
              <a:t>Nhập</a:t>
            </a:r>
            <a:r>
              <a:rPr lang="en-US" dirty="0"/>
              <a:t> </a:t>
            </a:r>
            <a:r>
              <a:rPr lang="en-US" dirty="0" err="1"/>
              <a:t>nội</a:t>
            </a:r>
            <a:r>
              <a:rPr lang="en-US" dirty="0"/>
              <a:t> dung </a:t>
            </a:r>
            <a:r>
              <a:rPr lang="en-US" dirty="0" err="1"/>
              <a:t>vào</a:t>
            </a:r>
            <a:r>
              <a:rPr lang="en-US" dirty="0"/>
              <a:t> </a:t>
            </a:r>
            <a:r>
              <a:rPr lang="en-US" dirty="0" err="1"/>
              <a:t>đây</a:t>
            </a:r>
            <a:endParaRPr lang="en-US" dirty="0"/>
          </a:p>
        </p:txBody>
      </p:sp>
    </p:spTree>
    <p:extLst>
      <p:ext uri="{BB962C8B-B14F-4D97-AF65-F5344CB8AC3E}">
        <p14:creationId xmlns:p14="http://schemas.microsoft.com/office/powerpoint/2010/main" val="2174242585"/>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jpe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8.xml"/><Relationship Id="rId13" Type="http://schemas.openxmlformats.org/officeDocument/2006/relationships/image" Target="../media/image1.jpeg"/><Relationship Id="rId3" Type="http://schemas.openxmlformats.org/officeDocument/2006/relationships/slideLayout" Target="../slideLayouts/slideLayout13.xml"/><Relationship Id="rId7" Type="http://schemas.openxmlformats.org/officeDocument/2006/relationships/slideLayout" Target="../slideLayouts/slideLayout17.xml"/><Relationship Id="rId12" Type="http://schemas.openxmlformats.org/officeDocument/2006/relationships/theme" Target="../theme/theme2.xml"/><Relationship Id="rId2" Type="http://schemas.openxmlformats.org/officeDocument/2006/relationships/slideLayout" Target="../slideLayouts/slideLayout12.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5" Type="http://schemas.openxmlformats.org/officeDocument/2006/relationships/slideLayout" Target="../slideLayouts/slideLayout15.xml"/><Relationship Id="rId10" Type="http://schemas.openxmlformats.org/officeDocument/2006/relationships/slideLayout" Target="../slideLayouts/slideLayout20.xml"/><Relationship Id="rId4" Type="http://schemas.openxmlformats.org/officeDocument/2006/relationships/slideLayout" Target="../slideLayouts/slideLayout14.xml"/><Relationship Id="rId9"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264027633"/>
      </p:ext>
    </p:extLst>
  </p:cSld>
  <p:clrMap bg1="lt1" tx1="dk1" bg2="lt2" tx2="dk2" accent1="accent1" accent2="accent2" accent3="accent3" accent4="accent4" accent5="accent5" accent6="accent6" hlink="hlink" folHlink="folHlink"/>
  <p:sldLayoutIdLst>
    <p:sldLayoutId id="2147483741" r:id="rId1"/>
    <p:sldLayoutId id="2147483754" r:id="rId2"/>
    <p:sldLayoutId id="2147483756" r:id="rId3"/>
    <p:sldLayoutId id="2147483743" r:id="rId4"/>
    <p:sldLayoutId id="2147483745" r:id="rId5"/>
    <p:sldLayoutId id="2147483757" r:id="rId6"/>
    <p:sldLayoutId id="2147483752" r:id="rId7"/>
    <p:sldLayoutId id="2147483758" r:id="rId8"/>
    <p:sldLayoutId id="2147483753" r:id="rId9"/>
    <p:sldLayoutId id="2147483759" r:id="rId10"/>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6"/>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Tree>
    <p:extLst>
      <p:ext uri="{BB962C8B-B14F-4D97-AF65-F5344CB8AC3E}">
        <p14:creationId xmlns:p14="http://schemas.microsoft.com/office/powerpoint/2010/main" val="3645404999"/>
      </p:ext>
    </p:extLst>
  </p:cSld>
  <p:clrMap bg1="lt1" tx1="dk1" bg2="lt2" tx2="dk2" accent1="accent1" accent2="accent2" accent3="accent3" accent4="accent4" accent5="accent5" accent6="accent6" hlink="hlink" folHlink="folHlink"/>
  <p:sldLayoutIdLst>
    <p:sldLayoutId id="2147483761" r:id="rId1"/>
    <p:sldLayoutId id="2147483762" r:id="rId2"/>
    <p:sldLayoutId id="2147483763" r:id="rId3"/>
    <p:sldLayoutId id="2147483764" r:id="rId4"/>
    <p:sldLayoutId id="2147483765" r:id="rId5"/>
    <p:sldLayoutId id="2147483766" r:id="rId6"/>
    <p:sldLayoutId id="2147483767" r:id="rId7"/>
    <p:sldLayoutId id="2147483768" r:id="rId8"/>
    <p:sldLayoutId id="2147483769" r:id="rId9"/>
    <p:sldLayoutId id="2147483770" r:id="rId10"/>
    <p:sldLayoutId id="2147483771" r:id="rId11"/>
  </p:sldLayoutIdLst>
  <p:txStyles>
    <p:titleStyle>
      <a:lvl1pPr algn="l" defTabSz="914400" rtl="0" eaLnBrk="1" latinLnBrk="0" hangingPunct="1">
        <a:lnSpc>
          <a:spcPct val="90000"/>
        </a:lnSpc>
        <a:spcBef>
          <a:spcPct val="0"/>
        </a:spcBef>
        <a:buNone/>
        <a:defRPr sz="4400" kern="1200">
          <a:solidFill>
            <a:schemeClr val="bg1"/>
          </a:solidFill>
          <a:latin typeface="Arial" panose="020B0604020202020204" pitchFamily="34" charset="0"/>
          <a:ea typeface="+mj-ea"/>
          <a:cs typeface="Arial" panose="020B0604020202020204"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Thánh Ca 76</a:t>
            </a:r>
          </a:p>
          <a:p>
            <a:r>
              <a:rPr lang="vi-VN" dirty="0"/>
              <a:t>JÊSUS KHÔNG ĐỔI DỜI</a:t>
            </a:r>
            <a:endParaRPr lang="en-US" dirty="0"/>
          </a:p>
        </p:txBody>
      </p:sp>
    </p:spTree>
    <p:extLst>
      <p:ext uri="{BB962C8B-B14F-4D97-AF65-F5344CB8AC3E}">
        <p14:creationId xmlns:p14="http://schemas.microsoft.com/office/powerpoint/2010/main" val="13679780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1. Ôi Jêsus, Đấng không chút biến canh, Dầu thời gian qua vẫn không</a:t>
            </a:r>
            <a:br>
              <a:rPr lang="en-US" dirty="0"/>
            </a:br>
            <a:r>
              <a:rPr lang="vi-VN" dirty="0"/>
              <a:t>thay dời;</a:t>
            </a:r>
            <a:endParaRPr lang="en-US" dirty="0"/>
          </a:p>
        </p:txBody>
      </p:sp>
    </p:spTree>
    <p:extLst>
      <p:ext uri="{BB962C8B-B14F-4D97-AF65-F5344CB8AC3E}">
        <p14:creationId xmlns:p14="http://schemas.microsoft.com/office/powerpoint/2010/main" val="11172318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Kìa, mọi vinh quang của chính thánh danh, Rành rành dấu chứng Chúa sống lại rồi.</a:t>
            </a:r>
            <a:endParaRPr lang="en-US" dirty="0"/>
          </a:p>
        </p:txBody>
      </p:sp>
    </p:spTree>
    <p:extLst>
      <p:ext uri="{BB962C8B-B14F-4D97-AF65-F5344CB8AC3E}">
        <p14:creationId xmlns:p14="http://schemas.microsoft.com/office/powerpoint/2010/main" val="341681493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Nhơn tôi Jêsus thân báu mang hình, Ngài chịu đau thương, huyết tuôn</a:t>
            </a:r>
            <a:br>
              <a:rPr lang="en-US" dirty="0"/>
            </a:br>
            <a:r>
              <a:rPr lang="vi-VN" dirty="0"/>
              <a:t>đầy mình,</a:t>
            </a:r>
            <a:endParaRPr lang="en-US" dirty="0"/>
          </a:p>
        </p:txBody>
      </p:sp>
    </p:spTree>
    <p:extLst>
      <p:ext uri="{BB962C8B-B14F-4D97-AF65-F5344CB8AC3E}">
        <p14:creationId xmlns:p14="http://schemas.microsoft.com/office/powerpoint/2010/main" val="16613841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Ngài bằng lòng gánh thay thế tôi rồi, Gánh bao ô tội cùng tật bịnh tôi.</a:t>
            </a:r>
            <a:endParaRPr lang="en-US" dirty="0"/>
          </a:p>
        </p:txBody>
      </p:sp>
    </p:spTree>
    <p:extLst>
      <p:ext uri="{BB962C8B-B14F-4D97-AF65-F5344CB8AC3E}">
        <p14:creationId xmlns:p14="http://schemas.microsoft.com/office/powerpoint/2010/main" val="27595096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2. Yêu tôi thân Chúa đinh đóng huyết rơi, Vì mọi tội tôi Chúa thay chịu hình;</a:t>
            </a:r>
            <a:endParaRPr lang="en-US" dirty="0"/>
          </a:p>
        </p:txBody>
      </p:sp>
    </p:spTree>
    <p:extLst>
      <p:ext uri="{BB962C8B-B14F-4D97-AF65-F5344CB8AC3E}">
        <p14:creationId xmlns:p14="http://schemas.microsoft.com/office/powerpoint/2010/main" val="33531483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Mọi bệnh tật kia Chúa gánh thế tôi, Kìa, nhìn Jêsus, tim đã tan tành.</a:t>
            </a:r>
            <a:endParaRPr lang="en-US" dirty="0"/>
          </a:p>
        </p:txBody>
      </p:sp>
    </p:spTree>
    <p:extLst>
      <p:ext uri="{BB962C8B-B14F-4D97-AF65-F5344CB8AC3E}">
        <p14:creationId xmlns:p14="http://schemas.microsoft.com/office/powerpoint/2010/main" val="41246300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Nhơn tôi Jêsus thân báu mang hình, Ngài chịu đau thương, huyết tuôn</a:t>
            </a:r>
            <a:br>
              <a:rPr lang="en-US" dirty="0"/>
            </a:br>
            <a:r>
              <a:rPr lang="vi-VN" dirty="0"/>
              <a:t>đầy mình,</a:t>
            </a:r>
            <a:endParaRPr lang="en-US" dirty="0"/>
          </a:p>
        </p:txBody>
      </p:sp>
    </p:spTree>
    <p:extLst>
      <p:ext uri="{BB962C8B-B14F-4D97-AF65-F5344CB8AC3E}">
        <p14:creationId xmlns:p14="http://schemas.microsoft.com/office/powerpoint/2010/main" val="3561387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Ngài bằng lòng gánh thay thế tôi rồi, Gánh bao ô tội cùng tật bịnh tôi.</a:t>
            </a:r>
            <a:endParaRPr lang="en-US" dirty="0"/>
          </a:p>
        </p:txBody>
      </p:sp>
    </p:spTree>
    <p:extLst>
      <p:ext uri="{BB962C8B-B14F-4D97-AF65-F5344CB8AC3E}">
        <p14:creationId xmlns:p14="http://schemas.microsoft.com/office/powerpoint/2010/main" val="24791613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3. Muôn năm như hứa tay Chúa ngắn đâu, Lời Ngài còn nguyên dẫu muôn</a:t>
            </a:r>
            <a:br>
              <a:rPr lang="en-US" dirty="0"/>
            </a:br>
            <a:r>
              <a:rPr lang="vi-VN" dirty="0"/>
              <a:t>vật dời;</a:t>
            </a:r>
            <a:endParaRPr lang="en-US" dirty="0"/>
          </a:p>
        </p:txBody>
      </p:sp>
    </p:spTree>
    <p:extLst>
      <p:ext uri="{BB962C8B-B14F-4D97-AF65-F5344CB8AC3E}">
        <p14:creationId xmlns:p14="http://schemas.microsoft.com/office/powerpoint/2010/main" val="21723798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Ngài hằng nhìn xem khắp cả ngũ châu, Phù hộ ai đang thổn thức sụt sùi.</a:t>
            </a:r>
            <a:endParaRPr lang="en-US" dirty="0"/>
          </a:p>
        </p:txBody>
      </p:sp>
    </p:spTree>
    <p:extLst>
      <p:ext uri="{BB962C8B-B14F-4D97-AF65-F5344CB8AC3E}">
        <p14:creationId xmlns:p14="http://schemas.microsoft.com/office/powerpoint/2010/main" val="282398961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Nhơn tôi Jêsus thân báu mang hình, Ngài chịu đau thương, huyết tuôn</a:t>
            </a:r>
            <a:br>
              <a:rPr lang="en-US" dirty="0"/>
            </a:br>
            <a:r>
              <a:rPr lang="vi-VN" dirty="0"/>
              <a:t>đầy mình,</a:t>
            </a:r>
            <a:endParaRPr lang="en-US" dirty="0"/>
          </a:p>
        </p:txBody>
      </p:sp>
    </p:spTree>
    <p:extLst>
      <p:ext uri="{BB962C8B-B14F-4D97-AF65-F5344CB8AC3E}">
        <p14:creationId xmlns:p14="http://schemas.microsoft.com/office/powerpoint/2010/main" val="4989916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Ngài bằng lòng gánh thay thế tôi rồi, Gánh bao ô tội cùng tật bịnh tôi.</a:t>
            </a:r>
            <a:endParaRPr lang="en-US" dirty="0"/>
          </a:p>
        </p:txBody>
      </p:sp>
    </p:spTree>
    <p:extLst>
      <p:ext uri="{BB962C8B-B14F-4D97-AF65-F5344CB8AC3E}">
        <p14:creationId xmlns:p14="http://schemas.microsoft.com/office/powerpoint/2010/main" val="34299512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4. Xưa nay không có chi Chúa bất năng, Ngài cầm quyền trên hải, xuyên, sơn, hà;</a:t>
            </a:r>
            <a:endParaRPr lang="en-US" dirty="0"/>
          </a:p>
        </p:txBody>
      </p:sp>
    </p:spTree>
    <p:extLst>
      <p:ext uri="{BB962C8B-B14F-4D97-AF65-F5344CB8AC3E}">
        <p14:creationId xmlns:p14="http://schemas.microsoft.com/office/powerpoint/2010/main" val="378476774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Ngài dùng quyền thiêng cứu khỏi ác căn, Mà lại không phương cứu chữa bịnh à?</a:t>
            </a:r>
            <a:endParaRPr lang="en-US" dirty="0"/>
          </a:p>
        </p:txBody>
      </p:sp>
    </p:spTree>
    <p:extLst>
      <p:ext uri="{BB962C8B-B14F-4D97-AF65-F5344CB8AC3E}">
        <p14:creationId xmlns:p14="http://schemas.microsoft.com/office/powerpoint/2010/main" val="19905816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Nhơn tôi Jêsus thân báu mang hình, Ngài chịu đau thương, huyết tuôn</a:t>
            </a:r>
            <a:br>
              <a:rPr lang="en-US" dirty="0"/>
            </a:br>
            <a:r>
              <a:rPr lang="vi-VN" dirty="0"/>
              <a:t>đầy mình,</a:t>
            </a:r>
            <a:endParaRPr lang="en-US" dirty="0"/>
          </a:p>
        </p:txBody>
      </p:sp>
    </p:spTree>
    <p:extLst>
      <p:ext uri="{BB962C8B-B14F-4D97-AF65-F5344CB8AC3E}">
        <p14:creationId xmlns:p14="http://schemas.microsoft.com/office/powerpoint/2010/main" val="245331215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Ngài bằng lòng gánh thay thế tôi rồi, Gánh bao ô tội cùng tật bịnh tôi.</a:t>
            </a:r>
            <a:endParaRPr lang="en-US" dirty="0"/>
          </a:p>
        </p:txBody>
      </p:sp>
    </p:spTree>
    <p:extLst>
      <p:ext uri="{BB962C8B-B14F-4D97-AF65-F5344CB8AC3E}">
        <p14:creationId xmlns:p14="http://schemas.microsoft.com/office/powerpoint/2010/main" val="397153369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5. Xa bao kinh khiếp tôi đến trước ngôi, Giờ này nguyện đem hết thân,</a:t>
            </a:r>
            <a:br>
              <a:rPr lang="en-US" dirty="0"/>
            </a:br>
            <a:r>
              <a:rPr lang="vi-VN" dirty="0"/>
              <a:t>hồn, thần;</a:t>
            </a:r>
            <a:endParaRPr lang="en-US" dirty="0"/>
          </a:p>
        </p:txBody>
      </p:sp>
    </p:spTree>
    <p:extLst>
      <p:ext uri="{BB962C8B-B14F-4D97-AF65-F5344CB8AC3E}">
        <p14:creationId xmlns:p14="http://schemas.microsoft.com/office/powerpoint/2010/main" val="137594024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Nhờ Ngài làm cho thánh khiết, Chúa ôi, Ngài đà thay tôi hiến thân một lần.</a:t>
            </a:r>
            <a:endParaRPr lang="en-US" dirty="0"/>
          </a:p>
        </p:txBody>
      </p:sp>
    </p:spTree>
    <p:extLst>
      <p:ext uri="{BB962C8B-B14F-4D97-AF65-F5344CB8AC3E}">
        <p14:creationId xmlns:p14="http://schemas.microsoft.com/office/powerpoint/2010/main" val="149508238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Nhơn tôi Jêsus thân báu mang hình, Ngài chịu đau thương, huyết tuôn</a:t>
            </a:r>
            <a:br>
              <a:rPr lang="en-US" dirty="0"/>
            </a:br>
            <a:r>
              <a:rPr lang="vi-VN" dirty="0"/>
              <a:t>đầy mình,</a:t>
            </a:r>
            <a:endParaRPr lang="en-US" dirty="0"/>
          </a:p>
        </p:txBody>
      </p:sp>
    </p:spTree>
    <p:extLst>
      <p:ext uri="{BB962C8B-B14F-4D97-AF65-F5344CB8AC3E}">
        <p14:creationId xmlns:p14="http://schemas.microsoft.com/office/powerpoint/2010/main" val="5448493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vi-VN" dirty="0"/>
              <a:t>Ngài bằng lòng gánh thay thế tôi rồi, Gánh bao ô tội cùng tật bịnh tôi. </a:t>
            </a:r>
            <a:endParaRPr lang="en-US" dirty="0"/>
          </a:p>
        </p:txBody>
      </p:sp>
    </p:spTree>
    <p:extLst>
      <p:ext uri="{BB962C8B-B14F-4D97-AF65-F5344CB8AC3E}">
        <p14:creationId xmlns:p14="http://schemas.microsoft.com/office/powerpoint/2010/main" val="1958251424"/>
      </p:ext>
    </p:extLst>
  </p:cSld>
  <p:clrMapOvr>
    <a:masterClrMapping/>
  </p:clrMapOvr>
</p:sld>
</file>

<file path=ppt/theme/theme1.xml><?xml version="1.0" encoding="utf-8"?>
<a:theme xmlns:a="http://schemas.openxmlformats.org/drawingml/2006/main" name="faithstocks-template-powerpoint-00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F5C834B2-4A3E-49F7-9EB5-908E626B4A0E}" vid="{6886AF0C-C0C5-4004-8430-67B367CF969C}"/>
    </a:ext>
  </a:extLst>
</a:theme>
</file>

<file path=ppt/theme/theme2.xml><?xml version="1.0" encoding="utf-8"?>
<a:theme xmlns:a="http://schemas.openxmlformats.org/drawingml/2006/main" name="Presentation1">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ocument Themes.potx" id="{6A44481B-8EE0-4478-8270-5C7A3D7973D1}" vid="{BC5D5854-44EB-413B-9822-CB9A1AE0F1A2}"/>
    </a:ext>
  </a:extLst>
</a:theme>
</file>

<file path=docProps/app.xml><?xml version="1.0" encoding="utf-8"?>
<Properties xmlns="http://schemas.openxmlformats.org/officeDocument/2006/extended-properties" xmlns:vt="http://schemas.openxmlformats.org/officeDocument/2006/docPropsVTypes">
  <Template>faithstocks-template-powerpoint-001</Template>
  <TotalTime>2</TotalTime>
  <Words>360</Words>
  <Application>Microsoft Office PowerPoint</Application>
  <PresentationFormat>Widescreen</PresentationFormat>
  <Paragraphs>22</Paragraphs>
  <Slides>21</Slides>
  <Notes>0</Notes>
  <HiddenSlides>0</HiddenSlides>
  <MMClips>0</MMClips>
  <ScaleCrop>false</ScaleCrop>
  <HeadingPairs>
    <vt:vector size="6" baseType="variant">
      <vt:variant>
        <vt:lpstr>Fonts Used</vt:lpstr>
      </vt:variant>
      <vt:variant>
        <vt:i4>1</vt:i4>
      </vt:variant>
      <vt:variant>
        <vt:lpstr>Theme</vt:lpstr>
      </vt:variant>
      <vt:variant>
        <vt:i4>2</vt:i4>
      </vt:variant>
      <vt:variant>
        <vt:lpstr>Slide Titles</vt:lpstr>
      </vt:variant>
      <vt:variant>
        <vt:i4>21</vt:i4>
      </vt:variant>
    </vt:vector>
  </HeadingPairs>
  <TitlesOfParts>
    <vt:vector size="24" baseType="lpstr">
      <vt:lpstr>Arial</vt:lpstr>
      <vt:lpstr>faithstocks-template-powerpoint-001</vt:lpstr>
      <vt:lpstr>Presentation1</vt:lpstr>
      <vt:lpstr>Thánh Ca 76 JÊSUS KHÔNG ĐỔI DỜI</vt:lpstr>
      <vt:lpstr>1. Ôi Jêsus, Đấng không chút biến canh, Dầu thời gian qua vẫn không thay dời;</vt:lpstr>
      <vt:lpstr>Kìa, mọi vinh quang của chính thánh danh, Rành rành dấu chứng Chúa sống lại rồi.</vt:lpstr>
      <vt:lpstr>Nhơn tôi Jêsus thân báu mang hình, Ngài chịu đau thương, huyết tuôn đầy mình,</vt:lpstr>
      <vt:lpstr>Ngài bằng lòng gánh thay thế tôi rồi, Gánh bao ô tội cùng tật bịnh tôi.</vt:lpstr>
      <vt:lpstr>2. Yêu tôi thân Chúa đinh đóng huyết rơi, Vì mọi tội tôi Chúa thay chịu hình;</vt:lpstr>
      <vt:lpstr>Mọi bệnh tật kia Chúa gánh thế tôi, Kìa, nhìn Jêsus, tim đã tan tành.</vt:lpstr>
      <vt:lpstr>Nhơn tôi Jêsus thân báu mang hình, Ngài chịu đau thương, huyết tuôn đầy mình,</vt:lpstr>
      <vt:lpstr>Ngài bằng lòng gánh thay thế tôi rồi, Gánh bao ô tội cùng tật bịnh tôi.</vt:lpstr>
      <vt:lpstr>3. Muôn năm như hứa tay Chúa ngắn đâu, Lời Ngài còn nguyên dẫu muôn vật dời;</vt:lpstr>
      <vt:lpstr>Ngài hằng nhìn xem khắp cả ngũ châu, Phù hộ ai đang thổn thức sụt sùi.</vt:lpstr>
      <vt:lpstr>Nhơn tôi Jêsus thân báu mang hình, Ngài chịu đau thương, huyết tuôn đầy mình,</vt:lpstr>
      <vt:lpstr>Ngài bằng lòng gánh thay thế tôi rồi, Gánh bao ô tội cùng tật bịnh tôi.</vt:lpstr>
      <vt:lpstr>4. Xưa nay không có chi Chúa bất năng, Ngài cầm quyền trên hải, xuyên, sơn, hà;</vt:lpstr>
      <vt:lpstr>Ngài dùng quyền thiêng cứu khỏi ác căn, Mà lại không phương cứu chữa bịnh à?</vt:lpstr>
      <vt:lpstr>Nhơn tôi Jêsus thân báu mang hình, Ngài chịu đau thương, huyết tuôn đầy mình,</vt:lpstr>
      <vt:lpstr>Ngài bằng lòng gánh thay thế tôi rồi, Gánh bao ô tội cùng tật bịnh tôi.</vt:lpstr>
      <vt:lpstr>5. Xa bao kinh khiếp tôi đến trước ngôi, Giờ này nguyện đem hết thân, hồn, thần;</vt:lpstr>
      <vt:lpstr>Nhờ Ngài làm cho thánh khiết, Chúa ôi, Ngài đà thay tôi hiến thân một lần.</vt:lpstr>
      <vt:lpstr>Nhơn tôi Jêsus thân báu mang hình, Ngài chịu đau thương, huyết tuôn đầy mình,</vt:lpstr>
      <vt:lpstr>Ngài bằng lòng gánh thay thế tôi rồi, Gánh bao ô tội cùng tật bịnh tôi. </vt:lpstr>
    </vt:vector>
  </TitlesOfParts>
  <Company>ASI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Title:   Thánh Ca 76 Jêsus Không Đổi Dời  1. Ôi Jêsus, Đấng không chút biến canh, Dầu thời gian qua vẫn không thay dời;   Kìa, mọi vinh quang của chính thánh danh, Rành rành dấu chứng Chúa sống lại rồi.   Nhơn tôi Jêsus thân báu mang hình, Ngài chịu đau thương, huyết tuôn đầy mình,   Ngài bằng lòng gánh thay thế tôi rồi, Gánh bao ô tội cùng tật bịnh tôi.   2. Yêu tôi thân Chúa đinh đóng huyết rơi, Vì mọi tội tôi Chúa thay chịu hình;   Mọi bệnh tật kia Chúa gánh thế tôi, Kìa, nhìn Jêsus, tim đã tan tành.   Nhơn tôi Jêsus thân báu mang hình, Ngài chịu đau thương, huyết tuôn đầy mình,   Ngài bằng lòng gánh thay thế tôi rồi, Gánh bao ô tội cùng tật bịnh tôi.   3. Muôn năm như hứa tay Chúa ngắn đâu, Lời Ngài còn nguyên dẫu muôn vật dời;   Ngài hằng nhìn xem khắp cả ngũ châu, Phù hộ ai đang thổn thức sụt sùi.   Nhơn tôi Jêsus thân báu mang hình, Ngài chịu đau thương, huyết tuôn đầy mình,   Ngài bằng lòng gánh thay thế tôi rồi, Gánh bao ô tội cùng tật bịnh tôi.   Thánh Ca 76 Jêsus Không Đổi Dời  4. Xưa nay không có chi Chúa bất năng, Ngài cầm quyền trên hải, xuyên, sơn, hà;   Ngài dùng quyền thiêng cứu khỏi ác căn, Mà lại không phương cứu chữa bịnh à?  Nhơn tôi Jêsus thân báu mang hình, Ngài chịu đau thương, huyết tuôn đầy mình,   Ngài bằng lòng gánh thay thế tôi rồi, Gánh bao ô tội cùng tật bịnh tôi.   5. Xa bao kinh khiếp tôi đến trước ngôi, Giờ này nguyện đem hết thân, hồn, thần;   Nhờ Ngài làm cho thánh khiết, Chúa ôi, Ngài đà thay tôi hiến thân một lần.   Nhơn tôi Jêsus thân báu mang hình, Ngài chịu đau thương, huyết tuôn đầy mình,   Ngài bằng lòng gánh thay thế tôi rồi, Gánh bao ô tội cùng tật bịnh tôi. </dc:title>
  <dc:creator>Phan Minh Vinh An; An Phan</dc:creator>
  <cp:lastModifiedBy>Phan Minh Vinh An</cp:lastModifiedBy>
  <cp:revision>4</cp:revision>
  <dcterms:created xsi:type="dcterms:W3CDTF">2018-01-21T23:43:32Z</dcterms:created>
  <dcterms:modified xsi:type="dcterms:W3CDTF">2018-11-03T07:08:22Z</dcterms:modified>
</cp:coreProperties>
</file>