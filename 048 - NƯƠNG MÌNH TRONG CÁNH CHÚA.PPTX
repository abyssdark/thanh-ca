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  <p:sldMasterId id="2147483760" r:id="rId2"/>
  </p:sldMasterIdLst>
  <p:sldIdLst>
    <p:sldId id="256" r:id="rId3"/>
    <p:sldId id="257" r:id="rId4"/>
    <p:sldId id="260" r:id="rId5"/>
    <p:sldId id="261" r:id="rId6"/>
    <p:sldId id="262" r:id="rId7"/>
    <p:sldId id="263" r:id="rId8"/>
    <p:sldId id="264" r:id="rId9"/>
    <p:sldId id="270" r:id="rId10"/>
    <p:sldId id="271" r:id="rId11"/>
    <p:sldId id="259" r:id="rId12"/>
    <p:sldId id="267" r:id="rId13"/>
    <p:sldId id="272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30" y="56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22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5525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876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013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0573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744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7078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1689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8143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282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40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571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Thánh Ca 48</a:t>
            </a:r>
            <a:br>
              <a:rPr lang="vi-VN" dirty="0"/>
            </a:br>
            <a:r>
              <a:rPr lang="vi-VN" dirty="0"/>
              <a:t>NƯƠNG MÌNH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TRONG</a:t>
            </a:r>
            <a:r>
              <a:rPr lang="en-US" dirty="0"/>
              <a:t> </a:t>
            </a:r>
            <a:r>
              <a:rPr lang="vi-VN" dirty="0"/>
              <a:t>CÁNH CHÚA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</a:t>
            </a:r>
            <a:r>
              <a:rPr lang="vi-VN" smtClean="0"/>
              <a:t>Lòng </a:t>
            </a:r>
            <a:r>
              <a:rPr lang="vi-VN" dirty="0"/>
              <a:t>luôn an ninh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do nương trong cánh Christ, Chúa tôi,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dù đêm tăm tối phong ba vang dậy cuộn sôi;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07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Lòng tin Jêsus luôn giương cánh bao quanh tôi hoài, ơn Chúa đã cứu tôi, hiện trở nên con Ngài.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181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Nương mình trong cánh, cánh Christ êm ái,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chẳng chi đoạn khỏi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yêu thương Ngài;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791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Hồn tôi nương náu trong cánh linh năng hoài,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được thư thái,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an bình lâu dài.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468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Hồi gặp phiền ưu,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tôi nương trong cánh</a:t>
            </a:r>
            <a:r>
              <a:rPr lang="en-US" dirty="0"/>
              <a:t> </a:t>
            </a:r>
            <a:r>
              <a:rPr lang="vi-VN" dirty="0"/>
              <a:t>đầy thái an, lòng tôi khao khát ơn an ninh từ Ngài ban;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390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Đời tạm nầy vô phương an ủi tâm linh ưu sầu, được phước thỏa mãn duy nhờ cánh Christ nhiệm mầu.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445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Nương mình trong cánh, cánh Christ êm ái,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chẳng chi đoạn khỏi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yêu thương Ngài;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385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Hồn tôi nương náu trong cánh linh năng hoài,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được thư thái,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an bình lâu dài.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777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Thật hân hoan thay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an ninh trong cánh Ngài thẳng xông, kịp hồi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rèn thử trong nhân gian nầy tận chung.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325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Còn đâu tai ương Sa-tan bó tay khôn khoe hùng, nương dưới cánh Chúa tôi được nghỉ an vô cùng.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035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Nương mình trong cánh, cánh Christ êm ái,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chẳng chi đoạn khỏi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yêu thương Ngài;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489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Hồn tôi nương náu trong cánh linh năng hoài,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được thư thái,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an bình lâu dài.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059299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ppt/theme/theme2.xml><?xml version="1.0" encoding="utf-8"?>
<a:theme xmlns:a="http://schemas.openxmlformats.org/drawingml/2006/main" name="Presentation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ocument Themes.potx" id="{6A44481B-8EE0-4478-8270-5C7A3D7973D1}" vid="{BC5D5854-44EB-413B-9822-CB9A1AE0F1A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11</TotalTime>
  <Words>150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faithstocks-template-powerpoint-001</vt:lpstr>
      <vt:lpstr>Presentation1</vt:lpstr>
      <vt:lpstr>Thánh Ca 48 NƯƠNG MÌNH TRONG CÁNH CHÚA</vt:lpstr>
      <vt:lpstr>1. Lòng luôn an ninh do nương trong cánh Christ, Chúa tôi, dù đêm tăm tối phong ba vang dậy cuộn sôi;</vt:lpstr>
      <vt:lpstr>Lòng tin Jêsus luôn giương cánh bao quanh tôi hoài, ơn Chúa đã cứu tôi, hiện trở nên con Ngài.</vt:lpstr>
      <vt:lpstr>Nương mình trong cánh, cánh Christ êm ái, chẳng chi đoạn khỏi yêu thương Ngài;</vt:lpstr>
      <vt:lpstr>Hồn tôi nương náu trong cánh linh năng hoài, được thư thái, an bình lâu dài.</vt:lpstr>
      <vt:lpstr>2. Hồi gặp phiền ưu, tôi nương trong cánh đầy thái an, lòng tôi khao khát ơn an ninh từ Ngài ban;</vt:lpstr>
      <vt:lpstr>Đời tạm nầy vô phương an ủi tâm linh ưu sầu, được phước thỏa mãn duy nhờ cánh Christ nhiệm mầu.</vt:lpstr>
      <vt:lpstr>Nương mình trong cánh, cánh Christ êm ái, chẳng chi đoạn khỏi yêu thương Ngài;</vt:lpstr>
      <vt:lpstr>Hồn tôi nương náu trong cánh linh năng hoài, được thư thái, an bình lâu dài.</vt:lpstr>
      <vt:lpstr>3. Thật hân hoan thay an ninh trong cánh Ngài thẳng xông, kịp hồi rèn thử trong nhân gian nầy tận chung.</vt:lpstr>
      <vt:lpstr>Còn đâu tai ương Sa-tan bó tay khôn khoe hùng, nương dưới cánh Chúa tôi được nghỉ an vô cùng.</vt:lpstr>
      <vt:lpstr>Nương mình trong cánh, cánh Christ êm ái, chẳng chi đoạn khỏi yêu thương Ngài;</vt:lpstr>
      <vt:lpstr>Hồn tôi nương náu trong cánh linh năng hoài, được thư thái, an bình lâu dài.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48 Nương Mình Trong  Cánh Chúa</dc:title>
  <dc:creator>Phan Minh Vinh An; KIETTTSE62520</dc:creator>
  <cp:lastModifiedBy>An Phan</cp:lastModifiedBy>
  <cp:revision>5</cp:revision>
  <dcterms:created xsi:type="dcterms:W3CDTF">2018-01-29T13:55:11Z</dcterms:created>
  <dcterms:modified xsi:type="dcterms:W3CDTF">2018-11-08T04:07:11Z</dcterms:modified>
</cp:coreProperties>
</file>