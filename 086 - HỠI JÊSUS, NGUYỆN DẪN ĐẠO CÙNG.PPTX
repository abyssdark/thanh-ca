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61" r:id="rId4"/>
    <p:sldId id="258" r:id="rId5"/>
    <p:sldId id="260" r:id="rId6"/>
    <p:sldId id="263" r:id="rId7"/>
    <p:sldId id="259"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369" autoAdjust="0"/>
  </p:normalViewPr>
  <p:slideViewPr>
    <p:cSldViewPr snapToGrid="0">
      <p:cViewPr varScale="1">
        <p:scale>
          <a:sx n="67" d="100"/>
          <a:sy n="67" d="100"/>
        </p:scale>
        <p:origin x="20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Thánh Ca 86</a:t>
            </a:r>
          </a:p>
          <a:p>
            <a:r>
              <a:rPr lang="vi-VN"/>
              <a:t>HỠI JÊSUS, </a:t>
            </a:r>
          </a:p>
          <a:p>
            <a:r>
              <a:rPr lang="vi-VN"/>
              <a:t>NGUYỆN DẪN ĐẠO CÙNG</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8F2D6-4C72-44CB-93FC-1E0B40949947}"/>
              </a:ext>
            </a:extLst>
          </p:cNvPr>
          <p:cNvSpPr>
            <a:spLocks noGrp="1"/>
          </p:cNvSpPr>
          <p:nvPr>
            <p:ph type="title"/>
          </p:nvPr>
        </p:nvSpPr>
        <p:spPr/>
        <p:txBody>
          <a:bodyPr/>
          <a:lstStyle/>
          <a:p>
            <a:pPr marL="0" indent="0"/>
            <a:r>
              <a:rPr lang="en-US" baseline="0" dirty="0"/>
              <a:t> </a:t>
            </a:r>
            <a:r>
              <a:rPr lang="en-GB"/>
              <a:t>1. </a:t>
            </a:r>
            <a:r>
              <a:rPr lang="vi-VN" smtClean="0"/>
              <a:t>Hỡi </a:t>
            </a:r>
            <a:r>
              <a:rPr lang="vi-VN"/>
              <a:t>Jêsus, nguyện dẫn đạo cùng, Giữa biển khổ đang cơn cuồng phong,</a:t>
            </a:r>
            <a:endParaRPr lang="en-US" dirty="0"/>
          </a:p>
        </p:txBody>
      </p:sp>
    </p:spTree>
    <p:extLst>
      <p:ext uri="{BB962C8B-B14F-4D97-AF65-F5344CB8AC3E}">
        <p14:creationId xmlns:p14="http://schemas.microsoft.com/office/powerpoint/2010/main" val="4101609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CD19-CDCD-490B-8C63-8F3BF5690F5C}"/>
              </a:ext>
            </a:extLst>
          </p:cNvPr>
          <p:cNvSpPr>
            <a:spLocks noGrp="1"/>
          </p:cNvSpPr>
          <p:nvPr>
            <p:ph type="title"/>
          </p:nvPr>
        </p:nvSpPr>
        <p:spPr/>
        <p:txBody>
          <a:bodyPr/>
          <a:lstStyle/>
          <a:p>
            <a:r>
              <a:rPr lang="vi-VN"/>
              <a:t> Trông ghê thay kìa ba đào xao, chung quanh tôi đầy rạn, gành, lao; Chúa ban cho đồ biểu, la bàn, Để hướng dẫn tôi đi bình an.</a:t>
            </a:r>
            <a:endParaRPr lang="en-US"/>
          </a:p>
        </p:txBody>
      </p:sp>
    </p:spTree>
    <p:extLst>
      <p:ext uri="{BB962C8B-B14F-4D97-AF65-F5344CB8AC3E}">
        <p14:creationId xmlns:p14="http://schemas.microsoft.com/office/powerpoint/2010/main" val="3135471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4D146-D2B9-48D8-B09C-6DD39C8D3201}"/>
              </a:ext>
            </a:extLst>
          </p:cNvPr>
          <p:cNvSpPr>
            <a:spLocks noGrp="1"/>
          </p:cNvSpPr>
          <p:nvPr>
            <p:ph type="title"/>
          </p:nvPr>
        </p:nvSpPr>
        <p:spPr/>
        <p:txBody>
          <a:bodyPr/>
          <a:lstStyle/>
          <a:p>
            <a:pPr marL="0" indent="0">
              <a:buNone/>
            </a:pPr>
            <a:r>
              <a:rPr lang="vi-VN"/>
              <a:t>2. Chúa phán ra, cuồng hải lặng liền, giống ái mẫu ru con nằm yên; </a:t>
            </a:r>
            <a:endParaRPr lang="en-US"/>
          </a:p>
        </p:txBody>
      </p:sp>
    </p:spTree>
    <p:extLst>
      <p:ext uri="{BB962C8B-B14F-4D97-AF65-F5344CB8AC3E}">
        <p14:creationId xmlns:p14="http://schemas.microsoft.com/office/powerpoint/2010/main" val="181206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5AFFC-C046-4090-841C-23CF7B9828BF}"/>
              </a:ext>
            </a:extLst>
          </p:cNvPr>
          <p:cNvSpPr>
            <a:spLocks noGrp="1"/>
          </p:cNvSpPr>
          <p:nvPr>
            <p:ph type="title"/>
          </p:nvPr>
        </p:nvSpPr>
        <p:spPr/>
        <p:txBody>
          <a:bodyPr/>
          <a:lstStyle/>
          <a:p>
            <a:r>
              <a:rPr lang="vi-VN"/>
              <a:t>Cơn phong ba đều phục quyền uy, Khi Jêsus truyền rằng “Lặng đi!”; </a:t>
            </a:r>
            <a:endParaRPr lang="en-US"/>
          </a:p>
        </p:txBody>
      </p:sp>
    </p:spTree>
    <p:extLst>
      <p:ext uri="{BB962C8B-B14F-4D97-AF65-F5344CB8AC3E}">
        <p14:creationId xmlns:p14="http://schemas.microsoft.com/office/powerpoint/2010/main" val="2888197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9F86-1737-42EE-9E35-CB5589508B88}"/>
              </a:ext>
            </a:extLst>
          </p:cNvPr>
          <p:cNvSpPr>
            <a:spLocks noGrp="1"/>
          </p:cNvSpPr>
          <p:nvPr>
            <p:ph type="title"/>
          </p:nvPr>
        </p:nvSpPr>
        <p:spPr/>
        <p:txBody>
          <a:bodyPr/>
          <a:lstStyle/>
          <a:p>
            <a:r>
              <a:rPr lang="vi-VN"/>
              <a:t>Chúa tể trên đại hải lạ kỳ, Hãy hướng dẫn tôi trọn đường đi.</a:t>
            </a:r>
            <a:endParaRPr lang="en-US"/>
          </a:p>
        </p:txBody>
      </p:sp>
    </p:spTree>
    <p:extLst>
      <p:ext uri="{BB962C8B-B14F-4D97-AF65-F5344CB8AC3E}">
        <p14:creationId xmlns:p14="http://schemas.microsoft.com/office/powerpoint/2010/main" val="1293806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5F39B-FCE2-454B-92AE-07DB69B6145B}"/>
              </a:ext>
            </a:extLst>
          </p:cNvPr>
          <p:cNvSpPr>
            <a:spLocks noGrp="1"/>
          </p:cNvSpPr>
          <p:nvPr>
            <p:ph type="title"/>
          </p:nvPr>
        </p:nvSpPr>
        <p:spPr/>
        <p:txBody>
          <a:bodyPr/>
          <a:lstStyle/>
          <a:p>
            <a:pPr marL="0" indent="0">
              <a:buNone/>
            </a:pPr>
            <a:r>
              <a:rPr lang="vi-VN"/>
              <a:t>3. Chiếc bách tôi gần đến bờ rồi, dẫu giữa khoảng an ninh và tôi phong ba đang cuồn cuộn</a:t>
            </a:r>
            <a:r>
              <a:rPr lang="en-US"/>
              <a:t/>
            </a:r>
            <a:br>
              <a:rPr lang="en-US"/>
            </a:br>
            <a:r>
              <a:rPr lang="vi-VN"/>
              <a:t>gầm vang, </a:t>
            </a:r>
            <a:endParaRPr lang="en-US"/>
          </a:p>
        </p:txBody>
      </p:sp>
    </p:spTree>
    <p:extLst>
      <p:ext uri="{BB962C8B-B14F-4D97-AF65-F5344CB8AC3E}">
        <p14:creationId xmlns:p14="http://schemas.microsoft.com/office/powerpoint/2010/main" val="1922131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8A0CD-A125-4554-84C1-A2332FE1FDC0}"/>
              </a:ext>
            </a:extLst>
          </p:cNvPr>
          <p:cNvSpPr>
            <a:spLocks noGrp="1"/>
          </p:cNvSpPr>
          <p:nvPr>
            <p:ph type="title"/>
          </p:nvPr>
        </p:nvSpPr>
        <p:spPr/>
        <p:txBody>
          <a:bodyPr/>
          <a:lstStyle/>
          <a:p>
            <a:r>
              <a:rPr lang="vi-VN"/>
              <a:t>Tôi nương nơi ngực Ngài bình an, Quyết xin nghe Ngài phán một lời, “Chớ bối rối, Ta đang </a:t>
            </a:r>
            <a:r>
              <a:rPr lang="en-US"/>
              <a:t/>
            </a:r>
            <a:br>
              <a:rPr lang="en-US"/>
            </a:br>
            <a:r>
              <a:rPr lang="vi-VN"/>
              <a:t>dìu ngươi”</a:t>
            </a:r>
            <a:endParaRPr lang="en-US"/>
          </a:p>
        </p:txBody>
      </p:sp>
    </p:spTree>
    <p:extLst>
      <p:ext uri="{BB962C8B-B14F-4D97-AF65-F5344CB8AC3E}">
        <p14:creationId xmlns:p14="http://schemas.microsoft.com/office/powerpoint/2010/main" val="3794799115"/>
      </p:ext>
    </p:extLst>
  </p:cSld>
  <p:clrMapOvr>
    <a:masterClrMapping/>
  </p:clrMapOvr>
</p:sld>
</file>

<file path=ppt/theme/theme1.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3</TotalTime>
  <Words>161</Words>
  <Application>Microsoft Office PowerPoint</Application>
  <PresentationFormat>Widescreen</PresentationFormat>
  <Paragraphs>10</Paragraphs>
  <Slides>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Presentation1</vt:lpstr>
      <vt:lpstr>Thánh Ca 86 HỠI JÊSUS,  NGUYỆN DẪN ĐẠO CÙNG</vt:lpstr>
      <vt:lpstr> 1. Hỡi Jêsus, nguyện dẫn đạo cùng, Giữa biển khổ đang cơn cuồng phong,</vt:lpstr>
      <vt:lpstr> Trông ghê thay kìa ba đào xao, chung quanh tôi đầy rạn, gành, lao; Chúa ban cho đồ biểu, la bàn, Để hướng dẫn tôi đi bình an.</vt:lpstr>
      <vt:lpstr>2. Chúa phán ra, cuồng hải lặng liền, giống ái mẫu ru con nằm yên; </vt:lpstr>
      <vt:lpstr>Cơn phong ba đều phục quyền uy, Khi Jêsus truyền rằng “Lặng đi!”; </vt:lpstr>
      <vt:lpstr>Chúa tể trên đại hải lạ kỳ, Hãy hướng dẫn tôi trọn đường đi.</vt:lpstr>
      <vt:lpstr>3. Chiếc bách tôi gần đến bờ rồi, dẫu giữa khoảng an ninh và tôi phong ba đang cuồn cuộn gầm vang, </vt:lpstr>
      <vt:lpstr>Tôi nương nơi ngực Ngài bình an, Quyết xin nghe Ngài phán một lời, “Chớ bối rối, Ta đang  dìu ngươi”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086 - Hỡi Jêsus, Nguyện Dẫn Đạo Cùng   Thánh Ca 86 Hỡi Jêsus,  Nguyện Dẫn Đạo Cùng  1. Hỡi Jêsus, nguyện dẫn đạo cùng, Giữa biển khổ đang cơn cuồng phong, Trông ghê thay kìa ba đào xao,   chung quanh tôi đầy rạn, gành, lao; Chúa ban cho đồ biểu, la bàn, Để hướng dẫn tôi đi bình an.  2. Chúa phán ra, cuồng hải lặng liền, giống ái mẫu ru  con nằm yên; Cơn phong ba đều phục quyền uy,   Khi Jêsus truyền rằng “Lặng đi!”; Chúa tể trên đại hải lạ kỳ, Hãy hướng dẫn tôi trọn đường đi.  Thánh Ca 86 Hỡi Jêsus,  Nguyện Dẫn Đạo Cùng  3. Chiếc bách tôi gần đến bờ rồi, dẫu giữa khoảng an ninh và tôi phong ba đang cuồn cuộn gầm vang,   Tôi nương nơi ngực Ngài bình an, Quyết xin nghe Ngài phán một lời, “Chớ bối rối, Ta đang dìu ngươi”</dc:title>
  <dc:creator>Phan Minh Vinh An; Hiro</dc:creator>
  <cp:lastModifiedBy>An Phan</cp:lastModifiedBy>
  <cp:revision>3</cp:revision>
  <dcterms:created xsi:type="dcterms:W3CDTF">2018-01-22T08:26:56Z</dcterms:created>
  <dcterms:modified xsi:type="dcterms:W3CDTF">2018-11-08T04:06:21Z</dcterms:modified>
</cp:coreProperties>
</file>