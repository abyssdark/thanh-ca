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0" d="100"/>
          <a:sy n="70" d="100"/>
        </p:scale>
        <p:origin x="-606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=""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27</a:t>
            </a:r>
            <a:br>
              <a:rPr lang="en-US" dirty="0"/>
            </a:br>
            <a:r>
              <a:rPr lang="en-US" dirty="0" smtClean="0"/>
              <a:t>XIN BA NGÔI</a:t>
            </a:r>
            <a:br>
              <a:rPr lang="en-US" dirty="0" smtClean="0"/>
            </a:br>
            <a:r>
              <a:rPr lang="en-US" dirty="0" smtClean="0"/>
              <a:t>NGHE LỜI CẦU NGUYỆN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 Ngôi </a:t>
            </a:r>
            <a:r>
              <a:rPr lang="vi-VN" dirty="0" smtClean="0"/>
              <a:t>hỡi,</a:t>
            </a:r>
            <a:r>
              <a:rPr lang="en-US" dirty="0" smtClean="0"/>
              <a:t> </a:t>
            </a:r>
            <a:r>
              <a:rPr lang="vi-VN" dirty="0" smtClean="0"/>
              <a:t>xin </a:t>
            </a:r>
            <a:r>
              <a:rPr lang="vi-VN" dirty="0"/>
              <a:t>nghe tôi cầu, nguyện Đức Chúa Cha </a:t>
            </a:r>
            <a:r>
              <a:rPr lang="vi-VN" dirty="0" smtClean="0"/>
              <a:t>vinh </a:t>
            </a:r>
            <a:r>
              <a:rPr lang="vi-VN" dirty="0"/>
              <a:t>quang, oai nghi, chí </a:t>
            </a:r>
            <a:r>
              <a:rPr lang="vi-VN" dirty="0" smtClean="0"/>
              <a:t>nhân</a:t>
            </a:r>
            <a:r>
              <a:rPr lang="en-US" dirty="0" smtClean="0"/>
              <a:t> </a:t>
            </a:r>
            <a:r>
              <a:rPr lang="vi-VN" dirty="0" smtClean="0"/>
              <a:t>đoái đến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anh </a:t>
            </a:r>
            <a:r>
              <a:rPr lang="vi-VN" dirty="0"/>
              <a:t>em tôi quỳ tâu.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475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Nguyện Đức Chúa Con yêu thương, hy sinh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cứu dân, đoái đến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anh em tôi quỳ tâu.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6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Nguyện Đức Thánh Linh ban cho an ninh,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hỉ hân khi chúng tôi</a:t>
            </a:r>
            <a:r>
              <a:rPr lang="en-US" smtClean="0"/>
              <a:t/>
            </a:r>
            <a:br>
              <a:rPr lang="en-US" smtClean="0"/>
            </a:br>
            <a:r>
              <a:rPr lang="vi-VN" smtClean="0"/>
              <a:t>đang </a:t>
            </a:r>
            <a:r>
              <a:rPr lang="vi-VN" dirty="0" smtClean="0"/>
              <a:t>kêu cầu. A-men.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68693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</TotalTime>
  <Words>44</Words>
  <Application>Microsoft Office PowerPoint</Application>
  <PresentationFormat>Custom</PresentationFormat>
  <Paragraphs>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faithstocks-template-powerpoint-001</vt:lpstr>
      <vt:lpstr>Thánh Ca 27 XIN BA NGÔI NGHE LỜI CẦU NGUYỆN</vt:lpstr>
      <vt:lpstr>Ba Ngôi hỡi, xin nghe tôi cầu, nguyện Đức Chúa Cha vinh quang, oai nghi, chí nhân đoái đến anh em tôi quỳ tâu. </vt:lpstr>
      <vt:lpstr>Nguyện Đức Chúa Con yêu thương, hy sinh cứu dân, đoái đến anh em tôi quỳ tâu. </vt:lpstr>
      <vt:lpstr>Nguyện Đức Thánh Linh ban cho an ninh, hỉ hân khi chúng tôi đang kêu cầu. A-men.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27 Xin Ba Ngôi Nghe Lời Cầu Nguyện</dc:title>
  <dc:creator>Phan Minh Vinh An; KIETTTSE62520</dc:creator>
  <cp:lastModifiedBy>KIETTTSE62520</cp:lastModifiedBy>
  <cp:revision>2</cp:revision>
  <dcterms:created xsi:type="dcterms:W3CDTF">2018-01-22T16:52:02Z</dcterms:created>
  <dcterms:modified xsi:type="dcterms:W3CDTF">2018-01-29T14:57:52Z</dcterms:modified>
</cp:coreProperties>
</file>