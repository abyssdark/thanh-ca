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9" autoAdjust="0"/>
    <p:restoredTop sz="86477" autoAdjust="0"/>
  </p:normalViewPr>
  <p:slideViewPr>
    <p:cSldViewPr snapToGrid="0">
      <p:cViewPr varScale="1">
        <p:scale>
          <a:sx n="28" d="100"/>
          <a:sy n="28" d="100"/>
        </p:scale>
        <p:origin x="-114" y="-7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Thánh Ca 62</a:t>
            </a:r>
          </a:p>
          <a:p>
            <a:r>
              <a:rPr lang="vi-VN" dirty="0" smtClean="0"/>
              <a:t>HỠI BẾT-LÊ-HEM, </a:t>
            </a:r>
          </a:p>
          <a:p>
            <a:r>
              <a:rPr lang="vi-VN" dirty="0" smtClean="0"/>
              <a:t>TIỂU THÔN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7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vi-VN" dirty="0" smtClean="0"/>
              <a:t>Hỡi Bết-lê-hem, tiểu thôn cô quạnh, bình yên bấy trong vùng ngươi!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3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Người đang ngủ mê, đất đang an tịnh, nhặt thưa ánh sao trên trời.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2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Phố lều thưa thớt đắm trong giấc nồng, ánh sáng thiên thượng bật ra.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491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Nghìn xưa khiếp kinh cách xa hy vọng. Giờ nay giữa ngươi chung hòa.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4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2. Trời khuya thế gian ngủ mê đâu ngờ, giờ Ma-ri sinh Jêsus;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15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Kìa thiên sứ đang nhóm nhau tôn thờ, chờ xem ái tâm</a:t>
            </a:r>
            <a:r>
              <a:rPr lang="en-US" dirty="0" smtClean="0"/>
              <a:t> </a:t>
            </a:r>
            <a:r>
              <a:rPr lang="vi-VN" dirty="0" smtClean="0"/>
              <a:t>Thiên Phụ.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Các vì tinh tú ứng thanh chung lời, báo cáo Con Trời vừa sinh.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5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Hòa thanh tán dương Thánh Vương ra đời, trần gian hưởng </a:t>
            </a:r>
            <a:r>
              <a:rPr lang="vi-VN" dirty="0" smtClean="0"/>
              <a:t>ơn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thanh </a:t>
            </a:r>
            <a:r>
              <a:rPr lang="vi-VN" dirty="0" smtClean="0"/>
              <a:t>bình.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73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3. Thật yên tĩnh thay, Chúa ban ơn lành, từ nay phước ban cùng nơi.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59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Là Ngôi chí tôn ở trên thiên thành, lặng yên giáng cư tâm người.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2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Dưới đời chan chứa, xấu xa hư hoại, mấy ai khen ngợi Ngài nay?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44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Hễ ai biết khiêm tốn hoan nghinh Ngài, Christ vô ở trong </a:t>
            </a:r>
            <a:r>
              <a:rPr lang="vi-VN" dirty="0" smtClean="0"/>
              <a:t>tâm </a:t>
            </a:r>
            <a:r>
              <a:rPr lang="vi-VN" dirty="0" smtClean="0"/>
              <a:t>này.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00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4. Nguyện Con Trẻ Bết-lê-hem đêm nầy, ngự vô chính nơi lòng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01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Trục tăm tối ra, thổi tan mây vầy, cầu Christ giáng sinh tâm nầy.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70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Sứ Trời rao vang phước âm chi tày, Christ sinh như người lạ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026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Em-ma-nu-ên hỡi, tôi xin Ngài, ngự luôn ở tâm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tôi </a:t>
            </a:r>
            <a:r>
              <a:rPr lang="vi-VN" dirty="0" smtClean="0"/>
              <a:t>rày.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701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263</Words>
  <Application>Microsoft Office PowerPoint</Application>
  <PresentationFormat>Custom</PresentationFormat>
  <Paragraphs>19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faithstocks-template-powerpoint-001</vt:lpstr>
      <vt:lpstr>Thánh Ca 62 HỠI BẾT-LÊ-HEM,  TIỂU THÔN</vt:lpstr>
      <vt:lpstr>1. Hỡi Bết-lê-hem, tiểu thôn cô quạnh, bình yên bấy trong vùng ngươi! </vt:lpstr>
      <vt:lpstr>Người đang ngủ mê, đất đang an tịnh, nhặt thưa ánh sao trên trời. </vt:lpstr>
      <vt:lpstr>Phố lều thưa thớt đắm trong giấc nồng, ánh sáng thiên thượng bật ra. </vt:lpstr>
      <vt:lpstr>Nghìn xưa khiếp kinh cách xa hy vọng. Giờ nay giữa ngươi chung hòa.</vt:lpstr>
      <vt:lpstr>2. Trời khuya thế gian ngủ mê đâu ngờ, giờ Ma-ri sinh Jêsus; </vt:lpstr>
      <vt:lpstr>Kìa thiên sứ đang nhóm nhau tôn thờ, chờ xem ái tâm Thiên Phụ. </vt:lpstr>
      <vt:lpstr>Các vì tinh tú ứng thanh chung lời, báo cáo Con Trời vừa sinh. </vt:lpstr>
      <vt:lpstr>Hòa thanh tán dương Thánh Vương ra đời, trần gian hưởng ơn thanh bình. </vt:lpstr>
      <vt:lpstr>3. Thật yên tĩnh thay, Chúa ban ơn lành, từ nay phước ban cùng nơi. </vt:lpstr>
      <vt:lpstr>Là Ngôi chí tôn ở trên thiên thành, lặng yên giáng cư tâm người. </vt:lpstr>
      <vt:lpstr>Dưới đời chan chứa, xấu xa hư hoại, mấy ai khen ngợi Ngài nay? </vt:lpstr>
      <vt:lpstr>Hễ ai biết khiêm tốn hoan nghinh Ngài, Christ vô ở trong tâm này.</vt:lpstr>
      <vt:lpstr>4. Nguyện Con Trẻ Bết-lê-hem đêm nầy, ngự vô chính nơi lòng đây; </vt:lpstr>
      <vt:lpstr>Trục tăm tối ra, thổi tan mây vầy, cầu Christ giáng sinh tâm nầy. </vt:lpstr>
      <vt:lpstr>Sứ Trời rao vang phước âm chi tày, Christ sinh như người lạ thay! </vt:lpstr>
      <vt:lpstr>Em-ma-nu-ên hỡi, tôi xin Ngài, ngự luôn ở tâm  tôi rày. </vt:lpstr>
    </vt:vector>
  </TitlesOfParts>
  <Company>ASI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62 HỠI BẾT-LÊ-HEM,  TIỂU THÔN</dc:title>
  <dc:creator>Phan Minh Vinh An; An Phan</dc:creator>
  <cp:lastModifiedBy>An Phan</cp:lastModifiedBy>
  <cp:revision>2</cp:revision>
  <dcterms:created xsi:type="dcterms:W3CDTF">2018-01-21T12:58:21Z</dcterms:created>
  <dcterms:modified xsi:type="dcterms:W3CDTF">2018-01-23T12:54:22Z</dcterms:modified>
</cp:coreProperties>
</file>