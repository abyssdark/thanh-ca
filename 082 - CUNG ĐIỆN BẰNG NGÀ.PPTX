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 id="2147483772"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174"/>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258580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216856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418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845490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87034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615138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948252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610579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503976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405836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067014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664818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793473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22133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857823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7538170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665109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4132200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405545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7773636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0481521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88844811"/>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02361960"/>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82</a:t>
            </a:r>
          </a:p>
          <a:p>
            <a:r>
              <a:rPr lang="vi-VN" dirty="0"/>
              <a:t>CUNG ĐIỆN BẰNG NGÀ</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Kìa áo Chúa thơm không chi sánh kịp được, vì đã tẩm trong một dược;</a:t>
            </a:r>
            <a:endParaRPr lang="en-US" dirty="0"/>
          </a:p>
        </p:txBody>
      </p:sp>
    </p:spTree>
    <p:extLst>
      <p:ext uri="{BB962C8B-B14F-4D97-AF65-F5344CB8AC3E}">
        <p14:creationId xmlns:p14="http://schemas.microsoft.com/office/powerpoint/2010/main" val="564099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Mùi hương bay vào tâm tôi phảng phất thơm, tưởng đứng trên đồi hương nam.</a:t>
            </a:r>
            <a:endParaRPr lang="en-US" dirty="0"/>
          </a:p>
        </p:txBody>
      </p:sp>
    </p:spTree>
    <p:extLst>
      <p:ext uri="{BB962C8B-B14F-4D97-AF65-F5344CB8AC3E}">
        <p14:creationId xmlns:p14="http://schemas.microsoft.com/office/powerpoint/2010/main" val="1813170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Lìa đền bằng ngà Ngài hạ giáng nơi trần. Đây nơi ti ô trăm phần. Vì lòng đại từ nên Chúa ra đi, bỏ bửu cung tiếc gì.</a:t>
            </a:r>
            <a:endParaRPr lang="en-US" dirty="0"/>
          </a:p>
        </p:txBody>
      </p:sp>
    </p:spTree>
    <p:extLst>
      <p:ext uri="{BB962C8B-B14F-4D97-AF65-F5344CB8AC3E}">
        <p14:creationId xmlns:p14="http://schemas.microsoft.com/office/powerpoint/2010/main" val="1080774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Kìa áo của Ngài xưa cũng tẩm trầm hương, Ngài nếm trải bao</a:t>
            </a:r>
            <a:br>
              <a:rPr lang="en-US" dirty="0"/>
            </a:br>
            <a:r>
              <a:rPr lang="vi-VN" dirty="0"/>
              <a:t>đoạn trường;</a:t>
            </a:r>
            <a:endParaRPr lang="en-US" dirty="0"/>
          </a:p>
        </p:txBody>
      </p:sp>
    </p:spTree>
    <p:extLst>
      <p:ext uri="{BB962C8B-B14F-4D97-AF65-F5344CB8AC3E}">
        <p14:creationId xmlns:p14="http://schemas.microsoft.com/office/powerpoint/2010/main" val="4080347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Hồi tôi truy niệm về thập giá Chúa mang, cảm xúc hai hàng</a:t>
            </a:r>
            <a:r>
              <a:rPr lang="en-US" baseline="0" dirty="0"/>
              <a:t> </a:t>
            </a:r>
            <a:r>
              <a:rPr lang="vi-VN" dirty="0"/>
              <a:t>lụy chan.</a:t>
            </a:r>
            <a:endParaRPr lang="en-US" dirty="0"/>
          </a:p>
        </p:txBody>
      </p:sp>
    </p:spTree>
    <p:extLst>
      <p:ext uri="{BB962C8B-B14F-4D97-AF65-F5344CB8AC3E}">
        <p14:creationId xmlns:p14="http://schemas.microsoft.com/office/powerpoint/2010/main" val="2421524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Lìa đền bằng ngà Ngài hạ giáng nơi trần. Đây nơi ti ô trăm phần. Vì lòng đại từ nên Chúa ra đi, bỏ bửu cung tiếc gì.</a:t>
            </a:r>
            <a:endParaRPr lang="en-US" dirty="0"/>
          </a:p>
        </p:txBody>
      </p:sp>
    </p:spTree>
    <p:extLst>
      <p:ext uri="{BB962C8B-B14F-4D97-AF65-F5344CB8AC3E}">
        <p14:creationId xmlns:p14="http://schemas.microsoft.com/office/powerpoint/2010/main" val="2706890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Kìa chiếc áo Ngài dầm nhục quế diệu thanh, rờ đến kẻ đau được lành.</a:t>
            </a:r>
            <a:endParaRPr lang="en-US" dirty="0"/>
          </a:p>
        </p:txBody>
      </p:sp>
    </p:spTree>
    <p:extLst>
      <p:ext uri="{BB962C8B-B14F-4D97-AF65-F5344CB8AC3E}">
        <p14:creationId xmlns:p14="http://schemas.microsoft.com/office/powerpoint/2010/main" val="811156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Hồi chân tôi trợt, Jêsus đỡ vững yên khỏi chỗ ô nhục, tội khiên.</a:t>
            </a:r>
            <a:endParaRPr lang="en-US" dirty="0"/>
          </a:p>
        </p:txBody>
      </p:sp>
    </p:spTree>
    <p:extLst>
      <p:ext uri="{BB962C8B-B14F-4D97-AF65-F5344CB8AC3E}">
        <p14:creationId xmlns:p14="http://schemas.microsoft.com/office/powerpoint/2010/main" val="3274762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Lìa đền bằng ngà Ngài hạ giáng nơi trần. Đây nơi ti ô trăm phần. Vì lòng đại từ nên Chúa ra đi, bỏ bửu cung tiếc gì.</a:t>
            </a:r>
            <a:endParaRPr lang="en-US" dirty="0"/>
          </a:p>
        </p:txBody>
      </p:sp>
    </p:spTree>
    <p:extLst>
      <p:ext uri="{BB962C8B-B14F-4D97-AF65-F5344CB8AC3E}">
        <p14:creationId xmlns:p14="http://schemas.microsoft.com/office/powerpoint/2010/main" val="99868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Mặc áo hiển vinh Jêsus sẽ hồi lai, mừng rỡ tiếp nghinh con Ngài;</a:t>
            </a:r>
            <a:endParaRPr lang="en-US" dirty="0"/>
          </a:p>
        </p:txBody>
      </p:sp>
    </p:spTree>
    <p:extLst>
      <p:ext uri="{BB962C8B-B14F-4D97-AF65-F5344CB8AC3E}">
        <p14:creationId xmlns:p14="http://schemas.microsoft.com/office/powerpoint/2010/main" val="1895721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Mặc áo trắng tinh tôi lên nước hiển vinh, hưởng phước hoan lạc</a:t>
            </a:r>
            <a:br>
              <a:rPr lang="en-US" dirty="0"/>
            </a:br>
            <a:r>
              <a:rPr lang="vi-VN" dirty="0"/>
              <a:t>trường sinh.</a:t>
            </a:r>
            <a:endParaRPr lang="en-US" dirty="0"/>
          </a:p>
        </p:txBody>
      </p:sp>
    </p:spTree>
    <p:extLst>
      <p:ext uri="{BB962C8B-B14F-4D97-AF65-F5344CB8AC3E}">
        <p14:creationId xmlns:p14="http://schemas.microsoft.com/office/powerpoint/2010/main" val="3545182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Lìa đền bằng ngà Ngài hạ giáng nơi trần. Đây nơi ti ô trăm phần. Vì lòng đại từ nên Chúa ra đi, bỏ bửu cung tiếc gì. </a:t>
            </a:r>
            <a:endParaRPr lang="en-US" dirty="0"/>
          </a:p>
        </p:txBody>
      </p:sp>
    </p:spTree>
    <p:extLst>
      <p:ext uri="{BB962C8B-B14F-4D97-AF65-F5344CB8AC3E}">
        <p14:creationId xmlns:p14="http://schemas.microsoft.com/office/powerpoint/2010/main" val="202847388"/>
      </p:ext>
    </p:extLst>
  </p:cSld>
  <p:clrMapOvr>
    <a:masterClrMapping/>
  </p:clrMapOvr>
</p:sld>
</file>

<file path=ppt/theme/theme1.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ppt/theme/theme2.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272</Words>
  <Application>Microsoft Office PowerPoint</Application>
  <PresentationFormat>Widescreen</PresentationFormat>
  <Paragraphs>14</Paragraphs>
  <Slides>13</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13</vt:i4>
      </vt:variant>
    </vt:vector>
  </HeadingPairs>
  <TitlesOfParts>
    <vt:vector size="16" baseType="lpstr">
      <vt:lpstr>Arial</vt:lpstr>
      <vt:lpstr>Presentation1</vt:lpstr>
      <vt:lpstr>faithstocks-template-powerpoint-001</vt:lpstr>
      <vt:lpstr>Thánh Ca 82 CUNG ĐIỆN BẰNG NGÀ</vt:lpstr>
      <vt:lpstr>1. Kìa áo Chúa thơm không chi sánh kịp được, vì đã tẩm trong một dược;</vt:lpstr>
      <vt:lpstr>Mùi hương bay vào tâm tôi phảng phất thơm, tưởng đứng trên đồi hương nam.</vt:lpstr>
      <vt:lpstr>Lìa đền bằng ngà Ngài hạ giáng nơi trần. Đây nơi ti ô trăm phần. Vì lòng đại từ nên Chúa ra đi, bỏ bửu cung tiếc gì.</vt:lpstr>
      <vt:lpstr>2. Kìa áo của Ngài xưa cũng tẩm trầm hương, Ngài nếm trải bao đoạn trường;</vt:lpstr>
      <vt:lpstr>Hồi tôi truy niệm về thập giá Chúa mang, cảm xúc hai hàng lụy chan.</vt:lpstr>
      <vt:lpstr>Lìa đền bằng ngà Ngài hạ giáng nơi trần. Đây nơi ti ô trăm phần. Vì lòng đại từ nên Chúa ra đi, bỏ bửu cung tiếc gì.</vt:lpstr>
      <vt:lpstr>3. Kìa chiếc áo Ngài dầm nhục quế diệu thanh, rờ đến kẻ đau được lành.</vt:lpstr>
      <vt:lpstr>Hồi chân tôi trợt, Jêsus đỡ vững yên khỏi chỗ ô nhục, tội khiên.</vt:lpstr>
      <vt:lpstr>Lìa đền bằng ngà Ngài hạ giáng nơi trần. Đây nơi ti ô trăm phần. Vì lòng đại từ nên Chúa ra đi, bỏ bửu cung tiếc gì.</vt:lpstr>
      <vt:lpstr>4. Mặc áo hiển vinh Jêsus sẽ hồi lai, mừng rỡ tiếp nghinh con Ngài;</vt:lpstr>
      <vt:lpstr>Mặc áo trắng tinh tôi lên nước hiển vinh, hưởng phước hoan lạc trường sinh.</vt:lpstr>
      <vt:lpstr>Lìa đền bằng ngà Ngài hạ giáng nơi trần. Đây nơi ti ô trăm phần. Vì lòng đại từ nên Chúa ra đi, bỏ bửu cung tiếc gì. </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082 - Cung Điện Bằng Ngà   Thánh Ca 82 Cung Điện Bằng Ngà  1. Kìa áo Chúa thơm không chi sánh kịp được, vì đã tẩm trong một dược;   Mùi hương bay vào tâm tôi phảng phất thơm, tưởng đứng trên đồi hương nam.  Lìa đền bằng ngà Ngài hạ giáng nơi trần. Đây nơi ti ô trăm phần. Vì lòng đại từ nên Chúa ra đi, bỏ bửu cung  tiếc gì.   2. Kìa áo của Ngài xưa cũng tẩm trầm hương, Ngài nếm trải bao đoạn trường;   Hồi tôi truy niệm về thập giá Chúa mang, cảm xúc hai hàng  lụy chan.   Lìa đền bằng ngà Ngài hạ giáng nơi trần. Đây nơi ti ô trăm phần. Vì lòng đại từ nên Chúa ra đi, bỏ bửu cung  tiếc gì.   3. Kìa chiếc áo Ngài dầm nhục quế diệu thanh, rờ đến kẻ đau được lành.   Hồi chân tôi trợt, Jêsus đỡ vững yên khỏi chỗ ô nhục,  tội khiên.  Lìa đền bằng ngà Ngài hạ giáng nơi trần. Đây nơi ti ô trăm phần. Vì lòng đại từ nên Chúa ra đi, bỏ bửu cung  tiếc gì.   Thánh Ca 82 Cung Điện Bằng Ngà  4. Mặc áo hiển vinh Jêsus sẽ hồi lai, mừng rỡ tiếp nghinh con Ngài;   Mặc áo trắng tinh tôi lên nước hiển vinh, hưởng phước hoan lạc trường sinh.  Lìa đền bằng ngà Ngài hạ giáng nơi trần. Đây nơi ti ô trăm phần. Vì lòng đại từ nên Chúa ra đi, bỏ bửu cung  tiếc gì. </dc:title>
  <dc:creator>Phan Minh Vinh An; An Phan</dc:creator>
  <cp:lastModifiedBy>Phan Minh Vinh An</cp:lastModifiedBy>
  <cp:revision>6</cp:revision>
  <dcterms:created xsi:type="dcterms:W3CDTF">2018-01-22T00:05:56Z</dcterms:created>
  <dcterms:modified xsi:type="dcterms:W3CDTF">2019-01-05T13:16:58Z</dcterms:modified>
</cp:coreProperties>
</file>