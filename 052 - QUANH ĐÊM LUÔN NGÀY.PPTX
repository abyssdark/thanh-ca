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  <p:sldMasterId id="2147483760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51407" autoAdjust="0"/>
    <p:restoredTop sz="96349" autoAdjust="0"/>
  </p:normalViewPr>
  <p:slideViewPr>
    <p:cSldViewPr snapToGrid="0">
      <p:cViewPr varScale="1">
        <p:scale>
          <a:sx n="103" d="100"/>
          <a:sy n="103" d="100"/>
        </p:scale>
        <p:origin x="114" y="27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0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1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2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2297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2951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1721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94984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2455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387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7955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962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80843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4023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3304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6" r:id="rId3"/>
    <p:sldLayoutId id="2147483743" r:id="rId4"/>
    <p:sldLayoutId id="2147483745" r:id="rId5"/>
    <p:sldLayoutId id="2147483757" r:id="rId6"/>
    <p:sldLayoutId id="2147483752" r:id="rId7"/>
    <p:sldLayoutId id="2147483758" r:id="rId8"/>
    <p:sldLayoutId id="2147483753" r:id="rId9"/>
    <p:sldLayoutId id="21474837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520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9D7E4520-1441-4995-9C47-D3BAA68D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Thánh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52</a:t>
            </a:r>
            <a:br>
              <a:rPr lang="en-US" dirty="0"/>
            </a:br>
            <a:r>
              <a:rPr lang="en-US" dirty="0"/>
              <a:t>QUANH ĐÊM </a:t>
            </a:r>
            <a:br>
              <a:rPr lang="en-US" dirty="0"/>
            </a:br>
            <a:r>
              <a:rPr lang="en-US" dirty="0"/>
              <a:t>LUÔN NGÀY</a:t>
            </a:r>
          </a:p>
        </p:txBody>
      </p:sp>
    </p:spTree>
    <p:extLst>
      <p:ext uri="{BB962C8B-B14F-4D97-AF65-F5344CB8AC3E}">
        <p14:creationId xmlns:p14="http://schemas.microsoft.com/office/powerpoint/2010/main" val="2154646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CA395-2B0D-48CD-A86A-5CA9CE56E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1. </a:t>
            </a:r>
            <a:r>
              <a:rPr lang="vi-VN"/>
              <a:t>Dòng bình tịnh nguyền Chúa đưa bầy chiên đến hoài, đời tôi xin quyết nương cậy Ngài;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025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5D700-C71E-44AA-9DC4-A246A51D4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/>
              <a:t>Đồng cỏ xanh tươi ngọt bùi ngon thay, ơn Ngài vô cùng láng lai.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963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8B97D-4FD3-4461-9A14-FEC72E753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/>
              <a:t>Quanh đêm luôn ngày lạ thay Chúa dẫn dắt đây. </a:t>
            </a:r>
          </a:p>
          <a:p>
            <a:r>
              <a:rPr lang="vi-VN"/>
              <a:t>Thật tôi tin Ngài, </a:t>
            </a:r>
          </a:p>
          <a:p>
            <a:r>
              <a:rPr lang="vi-VN"/>
              <a:t>thật tôi nhận Ngài;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320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488F1-EDBA-4B07-BDBE-2949B939E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Nặng nề khi trước nay Chúa mang hộ rồi, cực nhọc hóa ra thảnh thơi.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000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DFD2E-B9E6-42E7-A297-C18E17C49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2. Vì đường hẹp hòi cúi xin Ngài hộ tôi hoài, cho tôi đủ sức theo kịp Ngài,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756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37D39-FB61-4916-8156-6EF281857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Vì cớ thánh danh Ngài đưa tôi nay, tâm hồn ca tụng Chúa đây.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441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93BE2-05FF-4E4D-90C1-84F575EA5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Quanh đêm luôn ngày lạ thay Chúa dẫn dắt đây. </a:t>
            </a:r>
          </a:p>
          <a:p>
            <a:r>
              <a:rPr lang="vi-VN"/>
              <a:t>Thật tôi tin Ngài, </a:t>
            </a:r>
          </a:p>
          <a:p>
            <a:r>
              <a:rPr lang="vi-VN"/>
              <a:t>thật tôi nhận Ngài;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052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9F829-EB35-41D3-951D-6D322602A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Nặng nề khi trước nay Chúa mang hộ rồi, cực nhọc hóa ra thảnh thơi.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861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AC8BD-3B7E-404A-A9A2-E20CB93E2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3. Dầu gặp chặng đường khó, đương đầu cùng tử thần, Ngài đưa tôi bước không ngại ngần.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626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47587-BB17-465F-A037-A51F6B311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Nhờ Chúa ủy lạo trọn đời hoan hân, gậy gìn, roi dạy chí nhân.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781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FA903-02C3-433C-9B6A-76B05DCBD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Quanh đêm luôn ngày lạ thay Chúa dẫn dắt đây. </a:t>
            </a:r>
          </a:p>
          <a:p>
            <a:r>
              <a:rPr lang="vi-VN"/>
              <a:t>Thật tôi tin Ngài, </a:t>
            </a:r>
          </a:p>
          <a:p>
            <a:r>
              <a:rPr lang="vi-VN"/>
              <a:t>thật tôi nhận Ngài;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1062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F8EC2-FD76-4429-93A1-8C42BA269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Nặng nề khi trước nay Chúa mang hộ rồi, cực nhọc hóa ra thảnh thơi.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597895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5C834B2-4A3E-49F7-9EB5-908E626B4A0E}" vid="{6886AF0C-C0C5-4004-8430-67B367CF969C}"/>
    </a:ext>
  </a:extLst>
</a:theme>
</file>

<file path=ppt/theme/theme2.xml><?xml version="1.0" encoding="utf-8"?>
<a:theme xmlns:a="http://schemas.openxmlformats.org/drawingml/2006/main" name="1_Presentation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ocument Themes.potx" id="{6A44481B-8EE0-4478-8270-5C7A3D7973D1}" vid="{BC5D5854-44EB-413B-9822-CB9A1AE0F1A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faithstocks-template-powerpoint-001</Template>
  <TotalTime>7</TotalTime>
  <Words>230</Words>
  <Application>Microsoft Office PowerPoint</Application>
  <PresentationFormat>Widescreen</PresentationFormat>
  <Paragraphs>19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Presentation1</vt:lpstr>
      <vt:lpstr>1_Presentation1</vt:lpstr>
      <vt:lpstr>Thánh Ca 52 QUANH ĐÊM  LUÔN NGÀY</vt:lpstr>
      <vt:lpstr>1. Dòng bình tịnh nguyền Chúa đưa bầy chiên đến hoài, đời tôi xin quyết nương cậy Ngài; </vt:lpstr>
      <vt:lpstr>Đồng cỏ xanh tươi ngọt bùi ngon thay, ơn Ngài vô cùng láng lai.</vt:lpstr>
      <vt:lpstr>Quanh đêm luôn ngày lạ thay Chúa dẫn dắt đây.  Thật tôi tin Ngài,  thật tôi nhận Ngài; </vt:lpstr>
      <vt:lpstr>Nặng nề khi trước nay Chúa mang hộ rồi, cực nhọc hóa ra thảnh thơi.</vt:lpstr>
      <vt:lpstr>2. Vì đường hẹp hòi cúi xin Ngài hộ tôi hoài, cho tôi đủ sức theo kịp Ngài, </vt:lpstr>
      <vt:lpstr>Vì cớ thánh danh Ngài đưa tôi nay, tâm hồn ca tụng Chúa đây.</vt:lpstr>
      <vt:lpstr>Quanh đêm luôn ngày lạ thay Chúa dẫn dắt đây.  Thật tôi tin Ngài,  thật tôi nhận Ngài; </vt:lpstr>
      <vt:lpstr>Nặng nề khi trước nay Chúa mang hộ rồi, cực nhọc hóa ra thảnh thơi.</vt:lpstr>
      <vt:lpstr>3. Dầu gặp chặng đường khó, đương đầu cùng tử thần, Ngài đưa tôi bước không ngại ngần. </vt:lpstr>
      <vt:lpstr>Nhờ Chúa ủy lạo trọn đời hoan hân, gậy gìn, roi dạy chí nhân.</vt:lpstr>
      <vt:lpstr>Quanh đêm luôn ngày lạ thay Chúa dẫn dắt đây.  Thật tôi tin Ngài,  thật tôi nhận Ngài; </vt:lpstr>
      <vt:lpstr>Nặng nề khi trước nay Chúa mang hộ rồi, cực nhọc hóa ra thảnh thơi.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Thánh Ca 52 QUANH ĐÊM LUÔN NGÀY</dc:title>
  <dc:creator>Phan Minh Vinh An; Hiro</dc:creator>
  <cp:lastModifiedBy>Phan Minh Vinh An</cp:lastModifiedBy>
  <cp:revision>4</cp:revision>
  <dcterms:created xsi:type="dcterms:W3CDTF">2018-01-19T09:55:56Z</dcterms:created>
  <dcterms:modified xsi:type="dcterms:W3CDTF">2018-11-03T07:05:19Z</dcterms:modified>
</cp:coreProperties>
</file>