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59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3" autoAdjust="0"/>
    <p:restoredTop sz="94660" autoAdjust="0"/>
  </p:normalViewPr>
  <p:slideViewPr>
    <p:cSldViewPr snapToGrid="0">
      <p:cViewPr varScale="1">
        <p:scale>
          <a:sx n="77" d="100"/>
          <a:sy n="77" d="100"/>
        </p:scale>
        <p:origin x="642" y="1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36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0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1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2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4" r:id="rId2"/>
    <p:sldLayoutId id="2147483756" r:id="rId3"/>
    <p:sldLayoutId id="2147483743" r:id="rId4"/>
    <p:sldLayoutId id="2147483745" r:id="rId5"/>
    <p:sldLayoutId id="2147483757" r:id="rId6"/>
    <p:sldLayoutId id="2147483752" r:id="rId7"/>
    <p:sldLayoutId id="2147483758" r:id="rId8"/>
    <p:sldLayoutId id="2147483753" r:id="rId9"/>
    <p:sldLayoutId id="21474837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9D7E4520-1441-4995-9C47-D3BAA68D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Thánh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32</a:t>
            </a:r>
            <a:br>
              <a:rPr lang="en-US" dirty="0"/>
            </a:br>
            <a:r>
              <a:rPr lang="en-US" dirty="0"/>
              <a:t>CẦU CHÚA</a:t>
            </a:r>
            <a:br>
              <a:rPr lang="en-US" dirty="0"/>
            </a:br>
            <a:r>
              <a:rPr lang="en-US" dirty="0"/>
              <a:t>Ở BÊN TÔI HOÀI</a:t>
            </a:r>
          </a:p>
        </p:txBody>
      </p:sp>
    </p:spTree>
    <p:extLst>
      <p:ext uri="{BB962C8B-B14F-4D97-AF65-F5344CB8AC3E}">
        <p14:creationId xmlns:p14="http://schemas.microsoft.com/office/powerpoint/2010/main" val="2154646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1. </a:t>
            </a:r>
            <a:r>
              <a:rPr lang="vi-VN" smtClean="0"/>
              <a:t>Chúa </a:t>
            </a:r>
            <a:r>
              <a:rPr lang="vi-VN" dirty="0"/>
              <a:t>hỡi ở cùng tôi,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lúc kim ô lặn rồi;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màn hoàng hôn bủa giăng, xin Ngài ngự bên tôi.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330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Lúc hết mong nhờ ai, 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tôi vô phương kêu nài. Lòng đương bối rối,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xin Ngài ở với tôi hoài.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4100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2. Cảnh ký sinh dường hoa nở ban mai chiều tàn, sự vinh hoa thế giangiấc hoàng lương mau tan;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188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cảnh bể dâu, tuồng hưng vong xung quanh thân nầy; Ngài đâu đổi thay,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xin cùng ở với tôi hoài.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324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3. Hỡi Chúa, tôi cần Chúa ở bên tôi thường thường, ngoài ra ân điển Chúa,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lấy gì địch ma vương?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0891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Há có ai bằng Chúa,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Đấng ban ơn mọi ngày? Dầu mưa nắng, Chúa ôi, nguyện ở với tôi hoài.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9606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4. Có Chúa ở cùng tôi,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quỷ ma khôn đương đầu, Lệ buồn cay đắng đâu?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Ác tật nặng nề đâu?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276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Hỡi chết, nọc mầy đâu? sao mộ phần cô tịch?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Ngài luôn ở với tôi,</a:t>
            </a:r>
            <a:r>
              <a:rPr lang="en-US" dirty="0"/>
              <a:t> </a:t>
            </a:r>
            <a:r>
              <a:rPr lang="vi-VN" dirty="0"/>
              <a:t>hằng quét hết quân nghịch.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79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5. Chúa lấy thập tự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đưa dẫn tôi khi qua đời, bật soi trong tối,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dắt tôi vào nơi nghỉ ngơi.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2826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Ánh sáng thiên đàn</a:t>
            </a:r>
            <a:r>
              <a:rPr lang="en-US" dirty="0"/>
              <a:t>g</a:t>
            </a:r>
            <a:br>
              <a:rPr lang="en-US" dirty="0"/>
            </a:br>
            <a:r>
              <a:rPr lang="vi-VN" dirty="0"/>
              <a:t>soi tan âm u đêm dài, hoặc khi sống, chết,</a:t>
            </a:r>
            <a:r>
              <a:rPr lang="en-US"/>
              <a:t/>
            </a:r>
            <a:br>
              <a:rPr lang="en-US"/>
            </a:br>
            <a:r>
              <a:rPr lang="vi-VN"/>
              <a:t>xin </a:t>
            </a:r>
            <a:r>
              <a:rPr lang="vi-VN" dirty="0"/>
              <a:t>Ngài ở với tôi hoài.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1039331"/>
      </p:ext>
    </p:extLst>
  </p:cSld>
  <p:clrMapOvr>
    <a:masterClrMapping/>
  </p:clrMapOvr>
</p:sld>
</file>

<file path=ppt/theme/theme1.xml><?xml version="1.0" encoding="utf-8"?>
<a:theme xmlns:a="http://schemas.openxmlformats.org/drawingml/2006/main" name="faithstocks-template-powerpoint-00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5C834B2-4A3E-49F7-9EB5-908E626B4A0E}" vid="{6886AF0C-C0C5-4004-8430-67B367CF96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faithstocks-template-powerpoint-001</Template>
  <TotalTime>3</TotalTime>
  <Words>115</Words>
  <Application>Microsoft Office PowerPoint</Application>
  <PresentationFormat>Widescreen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faithstocks-template-powerpoint-001</vt:lpstr>
      <vt:lpstr>Thánh Ca 32 CẦU CHÚA Ở BÊN TÔI HOÀI</vt:lpstr>
      <vt:lpstr>1. Chúa hỡi ở cùng tôi, lúc kim ô lặn rồi; màn hoàng hôn bủa giăng, xin Ngài ngự bên tôi. </vt:lpstr>
      <vt:lpstr>Lúc hết mong nhờ ai,  tôi vô phương kêu nài. Lòng đương bối rối, xin Ngài ở với tôi hoài.</vt:lpstr>
      <vt:lpstr>2. Cảnh ký sinh dường hoa nở ban mai chiều tàn, sự vinh hoa thế giangiấc hoàng lương mau tan; </vt:lpstr>
      <vt:lpstr>cảnh bể dâu, tuồng hưng vong xung quanh thân nầy; Ngài đâu đổi thay, xin cùng ở với tôi hoài.</vt:lpstr>
      <vt:lpstr>3. Hỡi Chúa, tôi cần Chúa ở bên tôi thường thường, ngoài ra ân điển Chúa, lấy gì địch ma vương? </vt:lpstr>
      <vt:lpstr>Há có ai bằng Chúa, Đấng ban ơn mọi ngày? Dầu mưa nắng, Chúa ôi, nguyện ở với tôi hoài.</vt:lpstr>
      <vt:lpstr>4. Có Chúa ở cùng tôi, quỷ ma khôn đương đầu, Lệ buồn cay đắng đâu? Ác tật nặng nề đâu? </vt:lpstr>
      <vt:lpstr>Hỡi chết, nọc mầy đâu? sao mộ phần cô tịch? Ngài luôn ở với tôi, hằng quét hết quân nghịch.</vt:lpstr>
      <vt:lpstr>5. Chúa lấy thập tự đưa dẫn tôi khi qua đời, bật soi trong tối, dắt tôi vào nơi nghỉ ngơi. </vt:lpstr>
      <vt:lpstr>Ánh sáng thiên đàng soi tan âm u đêm dài, hoặc khi sống, chết, xin Ngài ở với tôi hoài.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Thánh Ca 32 Cầu Chúa Ở Bên Tôi Hoài</dc:title>
  <dc:creator>Phan Minh Vinh An; KIETTTSE62520</dc:creator>
  <cp:lastModifiedBy>An Phan</cp:lastModifiedBy>
  <cp:revision>4</cp:revision>
  <dcterms:created xsi:type="dcterms:W3CDTF">2018-01-24T05:28:24Z</dcterms:created>
  <dcterms:modified xsi:type="dcterms:W3CDTF">2018-11-08T04:10:29Z</dcterms:modified>
</cp:coreProperties>
</file>