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0" r:id="rId7"/>
    <p:sldId id="266" r:id="rId8"/>
    <p:sldId id="261" r:id="rId9"/>
    <p:sldId id="262" r:id="rId10"/>
    <p:sldId id="263" r:id="rId11"/>
    <p:sldId id="267" r:id="rId12"/>
    <p:sldId id="268" r:id="rId13"/>
    <p:sldId id="264" r:id="rId14"/>
    <p:sldId id="265" r:id="rId15"/>
    <p:sldId id="269"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553" autoAdjust="0"/>
    <p:restoredTop sz="86477" autoAdjust="0"/>
  </p:normalViewPr>
  <p:slideViewPr>
    <p:cSldViewPr snapToGrid="0">
      <p:cViewPr varScale="1">
        <p:scale>
          <a:sx n="99" d="100"/>
          <a:sy n="99" d="100"/>
        </p:scale>
        <p:origin x="654" y="78"/>
      </p:cViewPr>
      <p:guideLst>
        <p:guide orient="horz" pos="2160"/>
        <p:guide pos="3840"/>
      </p:guideLst>
    </p:cSldViewPr>
  </p:slideViewPr>
  <p:outlineViewPr>
    <p:cViewPr>
      <p:scale>
        <a:sx n="33" d="100"/>
        <a:sy n="33" d="100"/>
      </p:scale>
      <p:origin x="48" y="948"/>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539309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052199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07122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042608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314701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6974587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6351219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984498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69674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875603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1916801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3594253"/>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66</a:t>
            </a:r>
          </a:p>
          <a:p>
            <a:r>
              <a:rPr lang="vi-VN" dirty="0"/>
              <a:t>ĐÊM THÁNH</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a:t>1. </a:t>
            </a:r>
            <a:r>
              <a:rPr lang="vi-VN" dirty="0"/>
              <a:t>Kìa vùng trời đông ngôi sao Tin Lành soi thánh quang, Con Trời tự hạ thành nhân giữa đêm </a:t>
            </a:r>
            <a:br>
              <a:rPr lang="en-US" dirty="0"/>
            </a:br>
            <a:r>
              <a:rPr lang="vi-VN" dirty="0"/>
              <a:t>huy hoàng; </a:t>
            </a:r>
            <a:endParaRPr lang="en-US" dirty="0"/>
          </a:p>
        </p:txBody>
      </p:sp>
    </p:spTree>
    <p:extLst>
      <p:ext uri="{BB962C8B-B14F-4D97-AF65-F5344CB8AC3E}">
        <p14:creationId xmlns:p14="http://schemas.microsoft.com/office/powerpoint/2010/main" val="360765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Vì lòng Ngài yêu nhân thế đắm chìm nơi bến mê,</a:t>
            </a:r>
            <a:r>
              <a:rPr lang="en-US" dirty="0"/>
              <a:t> </a:t>
            </a:r>
            <a:r>
              <a:rPr lang="vi-VN" dirty="0"/>
              <a:t>Ra đời làm giá cao quý cứu chúng sinh về; </a:t>
            </a:r>
            <a:endParaRPr lang="en-US" dirty="0"/>
          </a:p>
        </p:txBody>
      </p:sp>
    </p:spTree>
    <p:extLst>
      <p:ext uri="{BB962C8B-B14F-4D97-AF65-F5344CB8AC3E}">
        <p14:creationId xmlns:p14="http://schemas.microsoft.com/office/powerpoint/2010/main" val="326046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Bao năm cảnh đời như giữa đêm ác tội khiếp kinh, Hôm nay khắp trời trông rõ quang cảnh </a:t>
            </a:r>
            <a:br>
              <a:rPr lang="en-US" dirty="0"/>
            </a:br>
            <a:r>
              <a:rPr lang="vi-VN" dirty="0"/>
              <a:t>diệu vinh.</a:t>
            </a:r>
            <a:endParaRPr lang="en-US" dirty="0"/>
          </a:p>
        </p:txBody>
      </p:sp>
    </p:spTree>
    <p:extLst>
      <p:ext uri="{BB962C8B-B14F-4D97-AF65-F5344CB8AC3E}">
        <p14:creationId xmlns:p14="http://schemas.microsoft.com/office/powerpoint/2010/main" val="658235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Chúa sinh giờ đây, </a:t>
            </a:r>
            <a:br>
              <a:rPr lang="en-US" dirty="0"/>
            </a:br>
            <a:r>
              <a:rPr lang="vi-VN" dirty="0"/>
              <a:t>Đêm thánh vinh quang </a:t>
            </a:r>
            <a:br>
              <a:rPr lang="en-US" dirty="0"/>
            </a:br>
            <a:r>
              <a:rPr lang="vi-VN" dirty="0"/>
              <a:t>vui vẻ bấy!</a:t>
            </a:r>
            <a:endParaRPr lang="en-US" dirty="0"/>
          </a:p>
        </p:txBody>
      </p:sp>
    </p:spTree>
    <p:extLst>
      <p:ext uri="{BB962C8B-B14F-4D97-AF65-F5344CB8AC3E}">
        <p14:creationId xmlns:p14="http://schemas.microsoft.com/office/powerpoint/2010/main" val="2767289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Đêm phước hạnh đấy, Đêm hòa bình, đêm an ninh, Đêm Chúa từ ái, Chính đêm Jêsus </a:t>
            </a:r>
            <a:br>
              <a:rPr lang="en-US" dirty="0"/>
            </a:br>
            <a:r>
              <a:rPr lang="vi-VN" dirty="0"/>
              <a:t>giáng sinh.</a:t>
            </a:r>
            <a:endParaRPr lang="en-US" dirty="0"/>
          </a:p>
        </p:txBody>
      </p:sp>
    </p:spTree>
    <p:extLst>
      <p:ext uri="{BB962C8B-B14F-4D97-AF65-F5344CB8AC3E}">
        <p14:creationId xmlns:p14="http://schemas.microsoft.com/office/powerpoint/2010/main" val="492661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2. Mục đồng gặp ngay Anh Nhi trong chuồng chiên đáng thương, Đơn thành thờ lạy Thần Nhân hiển vinh lạ thường; </a:t>
            </a:r>
            <a:endParaRPr lang="en-US" dirty="0"/>
          </a:p>
        </p:txBody>
      </p:sp>
    </p:spTree>
    <p:extLst>
      <p:ext uri="{BB962C8B-B14F-4D97-AF65-F5344CB8AC3E}">
        <p14:creationId xmlns:p14="http://schemas.microsoft.com/office/powerpoint/2010/main" val="3418059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Tìm thờ lạy Vua xưa bác sĩ nhìn sao ruổi dong, Nay ta thành kính cùng tôn Chúa cách hết lòng; </a:t>
            </a:r>
            <a:endParaRPr lang="en-US" dirty="0"/>
          </a:p>
        </p:txBody>
      </p:sp>
    </p:spTree>
    <p:extLst>
      <p:ext uri="{BB962C8B-B14F-4D97-AF65-F5344CB8AC3E}">
        <p14:creationId xmlns:p14="http://schemas.microsoft.com/office/powerpoint/2010/main" val="356250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Jêsus trải trường đau khổ thương cảm nhược điểm ta, Ban ơn giữ gìn ta khỏi mưu quỷ quyền ma.</a:t>
            </a:r>
            <a:endParaRPr lang="en-US" dirty="0"/>
          </a:p>
        </p:txBody>
      </p:sp>
    </p:spTree>
    <p:extLst>
      <p:ext uri="{BB962C8B-B14F-4D97-AF65-F5344CB8AC3E}">
        <p14:creationId xmlns:p14="http://schemas.microsoft.com/office/powerpoint/2010/main" val="3516630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Chúa sinh giờ đây, </a:t>
            </a:r>
            <a:br>
              <a:rPr lang="en-US" dirty="0"/>
            </a:br>
            <a:r>
              <a:rPr lang="vi-VN" dirty="0"/>
              <a:t>Đêm thánh vinh quang </a:t>
            </a:r>
            <a:br>
              <a:rPr lang="en-US" dirty="0"/>
            </a:br>
            <a:r>
              <a:rPr lang="vi-VN" dirty="0"/>
              <a:t>vui vẻ bấy!</a:t>
            </a:r>
            <a:endParaRPr lang="en-US" dirty="0"/>
          </a:p>
        </p:txBody>
      </p:sp>
    </p:spTree>
    <p:extLst>
      <p:ext uri="{BB962C8B-B14F-4D97-AF65-F5344CB8AC3E}">
        <p14:creationId xmlns:p14="http://schemas.microsoft.com/office/powerpoint/2010/main" val="4212138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Đêm phước hạnh đấy, Đêm hòa bình, đêm an ninh, Đêm Chúa từ ái, Chính đêm Jêsus </a:t>
            </a:r>
            <a:br>
              <a:rPr lang="en-US" dirty="0"/>
            </a:br>
            <a:r>
              <a:rPr lang="vi-VN" dirty="0"/>
              <a:t>giáng sinh.</a:t>
            </a:r>
            <a:endParaRPr lang="en-US" dirty="0"/>
          </a:p>
        </p:txBody>
      </p:sp>
    </p:spTree>
    <p:extLst>
      <p:ext uri="{BB962C8B-B14F-4D97-AF65-F5344CB8AC3E}">
        <p14:creationId xmlns:p14="http://schemas.microsoft.com/office/powerpoint/2010/main" val="3422252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3. Ngài từng dạy ta nên yêu thương cùng nhau chớ phai, Yêu là luật Ngài, bình an ấy Tin Lành Ngài; </a:t>
            </a:r>
            <a:endParaRPr lang="en-US" dirty="0"/>
          </a:p>
        </p:txBody>
      </p:sp>
    </p:spTree>
    <p:extLst>
      <p:ext uri="{BB962C8B-B14F-4D97-AF65-F5344CB8AC3E}">
        <p14:creationId xmlns:p14="http://schemas.microsoft.com/office/powerpoint/2010/main" val="124248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Ngài vì tội nô nên bẻ xích xiềng ma quỷ kia, Danh Ngài truyền đến, bao áp chế thảy xa lìa;</a:t>
            </a:r>
            <a:endParaRPr lang="en-US" dirty="0"/>
          </a:p>
        </p:txBody>
      </p:sp>
    </p:spTree>
    <p:extLst>
      <p:ext uri="{BB962C8B-B14F-4D97-AF65-F5344CB8AC3E}">
        <p14:creationId xmlns:p14="http://schemas.microsoft.com/office/powerpoint/2010/main" val="3495297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Ta nên hết lòng tôn kính danh Đấng vừa giáng sinh, Dâng lên khúc thần ca cảm ơn Chúa diệu vinh. </a:t>
            </a:r>
            <a:endParaRPr lang="en-US" dirty="0"/>
          </a:p>
        </p:txBody>
      </p:sp>
    </p:spTree>
    <p:extLst>
      <p:ext uri="{BB962C8B-B14F-4D97-AF65-F5344CB8AC3E}">
        <p14:creationId xmlns:p14="http://schemas.microsoft.com/office/powerpoint/2010/main" val="3587919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Chúa sinh giờ đây, </a:t>
            </a:r>
            <a:br>
              <a:rPr lang="en-US" dirty="0"/>
            </a:br>
            <a:r>
              <a:rPr lang="vi-VN" dirty="0"/>
              <a:t>Đêm thánh vinh quang </a:t>
            </a:r>
            <a:br>
              <a:rPr lang="en-US" dirty="0"/>
            </a:br>
            <a:r>
              <a:rPr lang="vi-VN" dirty="0"/>
              <a:t>vui vẻ bấy!</a:t>
            </a:r>
            <a:endParaRPr lang="en-US" dirty="0"/>
          </a:p>
        </p:txBody>
      </p:sp>
    </p:spTree>
    <p:extLst>
      <p:ext uri="{BB962C8B-B14F-4D97-AF65-F5344CB8AC3E}">
        <p14:creationId xmlns:p14="http://schemas.microsoft.com/office/powerpoint/2010/main" val="4212138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Đêm phước hạnh đấy, Đêm hòa bình, đêm an ninh, Đêm Chúa từ ái, Chính đêm Jêsus </a:t>
            </a:r>
            <a:br>
              <a:rPr lang="en-US" dirty="0"/>
            </a:br>
            <a:r>
              <a:rPr lang="vi-VN" dirty="0"/>
              <a:t>giáng sinh.</a:t>
            </a:r>
            <a:endParaRPr lang="en-US" dirty="0"/>
          </a:p>
        </p:txBody>
      </p:sp>
    </p:spTree>
    <p:extLst>
      <p:ext uri="{BB962C8B-B14F-4D97-AF65-F5344CB8AC3E}">
        <p14:creationId xmlns:p14="http://schemas.microsoft.com/office/powerpoint/2010/main" val="3422252704"/>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5</TotalTime>
  <Words>291</Words>
  <Application>Microsoft Office PowerPoint</Application>
  <PresentationFormat>Widescreen</PresentationFormat>
  <Paragraphs>17</Paragraphs>
  <Slides>16</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16</vt:i4>
      </vt:variant>
    </vt:vector>
  </HeadingPairs>
  <TitlesOfParts>
    <vt:vector size="19" baseType="lpstr">
      <vt:lpstr>Arial</vt:lpstr>
      <vt:lpstr>faithstocks-template-powerpoint-001</vt:lpstr>
      <vt:lpstr>Presentation1</vt:lpstr>
      <vt:lpstr>Thánh Ca 66 ĐÊM THÁNH</vt:lpstr>
      <vt:lpstr>1. Kìa vùng trời đông ngôi sao Tin Lành soi thánh quang, Con Trời tự hạ thành nhân giữa đêm  huy hoàng; </vt:lpstr>
      <vt:lpstr>Vì lòng Ngài yêu nhân thế đắm chìm nơi bến mê, Ra đời làm giá cao quý cứu chúng sinh về; </vt:lpstr>
      <vt:lpstr>Bao năm cảnh đời như giữa đêm ác tội khiếp kinh, Hôm nay khắp trời trông rõ quang cảnh  diệu vinh.</vt:lpstr>
      <vt:lpstr>Chúa sinh giờ đây,  Đêm thánh vinh quang  vui vẻ bấy!</vt:lpstr>
      <vt:lpstr>Đêm phước hạnh đấy, Đêm hòa bình, đêm an ninh, Đêm Chúa từ ái, Chính đêm Jêsus  giáng sinh.</vt:lpstr>
      <vt:lpstr>2. Mục đồng gặp ngay Anh Nhi trong chuồng chiên đáng thương, Đơn thành thờ lạy Thần Nhân hiển vinh lạ thường; </vt:lpstr>
      <vt:lpstr>Tìm thờ lạy Vua xưa bác sĩ nhìn sao ruổi dong, Nay ta thành kính cùng tôn Chúa cách hết lòng; </vt:lpstr>
      <vt:lpstr>Jêsus trải trường đau khổ thương cảm nhược điểm ta, Ban ơn giữ gìn ta khỏi mưu quỷ quyền ma.</vt:lpstr>
      <vt:lpstr>Chúa sinh giờ đây,  Đêm thánh vinh quang  vui vẻ bấy!</vt:lpstr>
      <vt:lpstr>Đêm phước hạnh đấy, Đêm hòa bình, đêm an ninh, Đêm Chúa từ ái, Chính đêm Jêsus  giáng sinh.</vt:lpstr>
      <vt:lpstr>3. Ngài từng dạy ta nên yêu thương cùng nhau chớ phai, Yêu là luật Ngài, bình an ấy Tin Lành Ngài; </vt:lpstr>
      <vt:lpstr>Ngài vì tội nô nên bẻ xích xiềng ma quỷ kia, Danh Ngài truyền đến, bao áp chế thảy xa lìa;</vt:lpstr>
      <vt:lpstr>Ta nên hết lòng tôn kính danh Đấng vừa giáng sinh, Dâng lên khúc thần ca cảm ơn Chúa diệu vinh. </vt:lpstr>
      <vt:lpstr>Chúa sinh giờ đây,  Đêm thánh vinh quang  vui vẻ bấy!</vt:lpstr>
      <vt:lpstr>Đêm phước hạnh đấy, Đêm hòa bình, đêm an ninh, Đêm Chúa từ ái, Chính đêm Jêsus  giáng sinh.</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066 - Đêm Thánh   Thánh Ca 66 Đêm Thánh  1. Kìa vùng trời đông ngôi sao Tin Lành soi thánh quang,  Con Trời tự hạ thành nhân giữa đêm huy hoàng;   Vì lòng Ngài yêu nhân thế đắm chìm nơi bến mê, Ra đời làm giá cao quý cứu chúng sinh về;   Bao năm cảnh đời như giữa đêm ác tội khiếp kinh, Hôm nay khắp trời trông rõ quang cảnh diệu vinh.  Chúa sinh giờ đây, Đêm thánh vinh quang vui vẻ bấy! Đêm phước hạnh đấy, Đêm hòa bình, đêm an ninh,   Đêm Chúa từ ái,  Chính đêm Jêsus  giáng sinh.  2. Mục đồng gặp ngay Anh Nhi trong chuồng chiên đáng thương, Đơn thành thờ lạy Thần Nhân hiển vinh lạ thường;   Tìm thờ lạy Vua xưa bác sĩ nhìn sao ruổi dong, Nay ta thành kính cùng tôn Chúa cách hết lòng;   Jêsus trải trường đau khổ thương cảm nhược điểm ta,  Ban ơn giữ gìn ta khỏi mưu quỷ quyền ma.  3. Ngài từng dạy ta nên yêu thương cùng nhau chớ phai, Yêu là luật Ngài, bình an ấy Tin Lành Ngài;   Ngài vì tội nô nên  bẻ xích xiềng ma quỷ kia, Danh Ngài truyền đến, bao áp chế thảy xa lìa;   Ta nên hết lòng tôn kính danh Đấng vừa giáng sinh, Dâng lên khúc thần ca cảm ơn Chúa diệu vinh. </dc:title>
  <dc:creator>Phan Minh Vinh An; An Phan</dc:creator>
  <cp:lastModifiedBy>Phan Minh Vinh An</cp:lastModifiedBy>
  <cp:revision>4</cp:revision>
  <dcterms:created xsi:type="dcterms:W3CDTF">2018-01-21T23:03:31Z</dcterms:created>
  <dcterms:modified xsi:type="dcterms:W3CDTF">2018-11-03T07:06:26Z</dcterms:modified>
</cp:coreProperties>
</file>