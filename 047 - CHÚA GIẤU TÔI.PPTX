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5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2" y="137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114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246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660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703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4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642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1740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842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0367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270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41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3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47</a:t>
            </a:r>
            <a:br>
              <a:rPr lang="en-US" dirty="0"/>
            </a:br>
            <a:r>
              <a:rPr lang="en-US" dirty="0"/>
              <a:t>CHÚA GIẤU TÔI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Giữa </a:t>
            </a:r>
            <a:r>
              <a:rPr lang="vi-VN" dirty="0"/>
              <a:t>giông tố, sóng biển kia bổ dồn, Dậy vang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đất mưa quỷ gió ôn,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090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Chính tôi kiếm ngay được nơi núp hồn, Tại trong cánh Thiên Phụ độc tôn.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930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che kín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Ngài che kín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yên ổn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không họa tai chuyển lay,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974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che kín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an thái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Ở trong bóng cánh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linh năng Ngài.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19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Nguyền theo ý Chúa, dẫu gặp khổ nàn,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Càng giục tôi mong đến thiên đàng;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65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yêu, thét luyện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hầu cao tuổi vàng,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Nào đâu phải cơn giận Ngài chan.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che kín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Ngài che kín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yên ổn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không họa tai chuyển lay,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561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che kín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an thái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Ở trong bóng cánh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linh năng Ngài.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380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Dầu tôi phải kẻ ác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vây khổ hành, Quỷ Sa-tan giăng lưới chung quanh,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913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Thì Chân Chúa thay đổi cơn khốn nàn,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Trở nên phước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miên trường hân hoan.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349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che kín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Ngài che kín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yên ổn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không họa tai chuyển lay,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883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che kín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an thái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Ở trong bóng cánh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linh năng Ngài.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339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Vậy, trong lúc phải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vác thập giá mình,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Gặp phong ba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vẫn an bình,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77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Vì Christ giúp cho hồn tôi vững bằng, Là con Chúa, ai hại được chăng?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426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che kín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Ngài che kín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yên ổn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không họa tai chuyển lay,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168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che kín tôi,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an thái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Ở trong bóng cánh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linh năng Ngài.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54705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5</TotalTime>
  <Words>132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faithstocks-template-powerpoint-001</vt:lpstr>
      <vt:lpstr>Presentation1</vt:lpstr>
      <vt:lpstr>Thánh Ca 47 CHÚA GIẤU TÔI</vt:lpstr>
      <vt:lpstr>1. Giữa giông tố, sóng biển kia bổ dồn, Dậy vang đất mưa quỷ gió ôn,</vt:lpstr>
      <vt:lpstr>Chính tôi kiếm ngay được nơi núp hồn, Tại trong cánh Thiên Phụ độc tôn.</vt:lpstr>
      <vt:lpstr>Ngài che kín tôi, Ngài che kín thay, Thật yên ổn không họa tai chuyển lay, </vt:lpstr>
      <vt:lpstr>Ngài che kín tôi, thật an thái thay, Ở trong bóng cánh linh năng Ngài. </vt:lpstr>
      <vt:lpstr>2. Nguyền theo ý Chúa, dẫu gặp khổ nàn, Càng giục tôi mong đến thiên đàng; </vt:lpstr>
      <vt:lpstr>Ngài yêu, thét luyện hầu cao tuổi vàng, Nào đâu phải cơn giận Ngài chan.</vt:lpstr>
      <vt:lpstr>Ngài che kín tôi, Ngài che kín thay, Thật yên ổn không họa tai chuyển lay, </vt:lpstr>
      <vt:lpstr>Ngài che kín tôi, thật an thái thay, Ở trong bóng cánh linh năng Ngài. </vt:lpstr>
      <vt:lpstr>3. Dầu tôi phải kẻ ác vây khổ hành, Quỷ Sa-tan giăng lưới chung quanh, </vt:lpstr>
      <vt:lpstr>Thì Chân Chúa thay đổi cơn khốn nàn, Trở nên phước miên trường hân hoan.</vt:lpstr>
      <vt:lpstr>Ngài che kín tôi, Ngài che kín thay, Thật yên ổn không họa tai chuyển lay, </vt:lpstr>
      <vt:lpstr>Ngài che kín tôi, thật an thái thay, Ở trong bóng cánh linh năng Ngài. </vt:lpstr>
      <vt:lpstr>4. Vậy, trong lúc phải vác thập giá mình, Gặp phong ba tôi vẫn an bình, </vt:lpstr>
      <vt:lpstr>Vì Christ giúp cho hồn tôi vững bằng, Là con Chúa, ai hại được chăng?</vt:lpstr>
      <vt:lpstr>Ngài che kín tôi, Ngài che kín thay, Thật yên ổn không họa tai chuyển lay, </vt:lpstr>
      <vt:lpstr>Ngài che kín tôi, thật an thái thay, Ở trong bóng cánh linh năng Ngài.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47 Chúa Giấu Tôi</dc:title>
  <dc:creator>Phan Minh Vinh An; KIETTTSE62520</dc:creator>
  <cp:lastModifiedBy>An Phan</cp:lastModifiedBy>
  <cp:revision>6</cp:revision>
  <dcterms:created xsi:type="dcterms:W3CDTF">2018-01-26T02:28:23Z</dcterms:created>
  <dcterms:modified xsi:type="dcterms:W3CDTF">2018-11-08T04:07:16Z</dcterms:modified>
</cp:coreProperties>
</file>