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2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Ca 50</a:t>
            </a:r>
            <a:br>
              <a:rPr lang="vi-VN" dirty="0"/>
            </a:br>
            <a:r>
              <a:rPr lang="vi-VN" dirty="0"/>
              <a:t>NGUYỀN ĐƯA TÔI ĐI,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HỠI ĐỨC CHÚA CHA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</a:t>
            </a:r>
            <a:r>
              <a:rPr lang="vi-VN" dirty="0" smtClean="0"/>
              <a:t>Nguyền </a:t>
            </a:r>
            <a:r>
              <a:rPr lang="vi-VN" dirty="0"/>
              <a:t>đưa tôi đi,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hỡi Đức Chúa Cha,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vượt miền trần hải lướt phong ba; hộ vệ, đùm bọc, chăn nuôi tôi hoài.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43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Không ai giúp tôi duy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một Ngài; từ ngày tôi được Ngài làm Cha thánh, hưởng đầy hạnh phước với ơn </a:t>
            </a:r>
            <a:r>
              <a:rPr lang="vi-VN"/>
              <a:t>lành</a:t>
            </a:r>
            <a:r>
              <a:rPr lang="vi-VN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48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Nguyền dung tha tôi, hỡi Đức Chúa Con,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Ngài tường tận bản tâm suy mòn; Ngài từng vượt chặng gian lao trên đời.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02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Tiên chinh nếm đắng cay ngậm ngùi; trong nơi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sa mạc rùng rợn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nguy nan, Chúa đã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từng trải cả mọi đàng.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152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Nguyền mau quang lâm, hỡi Đức Thánh Linh, nguyền lòng đầy dẫy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các ơn lành; cho tôi được tình yêu thương vô lường.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708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Tâm nay mãi hân hoan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phi thường; nguyền được tha tội, chăm nom,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đưa dẫn, hẳn không gì quấy rối tâm thần.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61909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5</TotalTime>
  <Words>58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faithstocks-template-powerpoint-001</vt:lpstr>
      <vt:lpstr>Thánh Ca 50 NGUYỀN ĐƯA TÔI ĐI, HỠI ĐỨC CHÚA CHA</vt:lpstr>
      <vt:lpstr>1. Nguyền đưa tôi đi, hỡi Đức Chúa Cha, vượt miền trần hải lướt phong ba; hộ vệ, đùm bọc, chăn nuôi tôi hoài.</vt:lpstr>
      <vt:lpstr>Không ai giúp tôi duy một Ngài; từ ngày tôi được Ngài làm Cha thánh, hưởng đầy hạnh phước với ơn lành.</vt:lpstr>
      <vt:lpstr>2. Nguyền dung tha tôi, hỡi Đức Chúa Con, Ngài tường tận bản tâm suy mòn; Ngài từng vượt chặng gian lao trên đời. </vt:lpstr>
      <vt:lpstr>Tiên chinh nếm đắng cay ngậm ngùi; trong nơi sa mạc rùng rợn nguy nan, Chúa đã từng trải cả mọi đàng.</vt:lpstr>
      <vt:lpstr>3. Nguyền mau quang lâm, hỡi Đức Thánh Linh, nguyền lòng đầy dẫy các ơn lành; cho tôi được tình yêu thương vô lường. </vt:lpstr>
      <vt:lpstr>Tâm nay mãi hân hoan phi thường; nguyền được tha tội, chăm nom, đưa dẫn, hẳn không gì quấy rối tâm thần.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50 Nguyền Đưa Tôi Đi, Hỡi Đức Chúa Cha</dc:title>
  <dc:creator>Phan Minh Vinh An; KIETTTSE62520</dc:creator>
  <cp:lastModifiedBy>An Phan</cp:lastModifiedBy>
  <cp:revision>5</cp:revision>
  <dcterms:created xsi:type="dcterms:W3CDTF">2018-01-29T14:12:11Z</dcterms:created>
  <dcterms:modified xsi:type="dcterms:W3CDTF">2018-11-08T04:08:40Z</dcterms:modified>
</cp:coreProperties>
</file>