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34567" autoAdjust="0"/>
    <p:restoredTop sz="86356" autoAdjust="0"/>
  </p:normalViewPr>
  <p:slideViewPr>
    <p:cSldViewPr snapToGrid="0">
      <p:cViewPr varScale="1">
        <p:scale>
          <a:sx n="67" d="100"/>
          <a:sy n="67" d="100"/>
        </p:scale>
        <p:origin x="204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-285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75E9DF-40B2-4A06-929C-D519ADC72C9D}" type="datetimeFigureOut">
              <a:rPr lang="en-US" smtClean="0"/>
              <a:t>11/8/2018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9A7F6D-6C90-4074-863E-5AE9B35FB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315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4E52D-7D8B-447F-B987-130A0339A354}" type="datetimeFigureOut">
              <a:rPr lang="en-US" smtClean="0"/>
              <a:t>11/8/2018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1264D-D7B5-4244-80BE-61DE76DD2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800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1264D-D7B5-4244-80BE-61DE76DD27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39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1264D-D7B5-4244-80BE-61DE76DD27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1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01</a:t>
            </a:r>
            <a:br>
              <a:rPr lang="en-US" dirty="0"/>
            </a:br>
            <a:r>
              <a:rPr lang="en-US" dirty="0"/>
              <a:t>CÚI XIN</a:t>
            </a:r>
            <a:br>
              <a:rPr lang="en-US" dirty="0"/>
            </a:br>
            <a:r>
              <a:rPr lang="en-US" dirty="0"/>
              <a:t> VUA THÁNH NGỰ LAI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r>
              <a:rPr lang="en-GB" dirty="0" smtClean="0"/>
              <a:t>1. </a:t>
            </a:r>
            <a:r>
              <a:rPr lang="vi-VN" dirty="0" smtClean="0"/>
              <a:t>Cúi </a:t>
            </a:r>
            <a:r>
              <a:rPr lang="vi-VN" dirty="0"/>
              <a:t>xin Vua Thánh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vi-VN" dirty="0"/>
              <a:t>ngự lai.</a:t>
            </a:r>
            <a:r>
              <a:rPr lang="en-US" dirty="0"/>
              <a:t> </a:t>
            </a:r>
            <a:r>
              <a:rPr lang="vi-VN" dirty="0"/>
              <a:t>Hộ tôi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vi-VN" dirty="0"/>
              <a:t>cung chúc danh Ngài. </a:t>
            </a:r>
            <a:br>
              <a:rPr lang="vi-VN" dirty="0"/>
            </a:br>
            <a:r>
              <a:rPr lang="vi-VN" dirty="0"/>
              <a:t>Hát lên khen ngợi;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577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Ngợi Cha sáng láng trên trời, là danh chiến thắng muôn đời. Nguyền quang lâm trên chính tôi, Chúa thánh muôn đời.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607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Cúi xin Đạo thể ngự lai. Nịt gươm chói sáng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hiển oai.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Đoái nghe tôi nài;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877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Nguyện ban tứ thánh dân Ngài, dùng chân lý nuôi tâm hoài.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Thần Nhân ôi xin giáng đây, ở chính tâm nầy.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401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Đấng ủy lạo hỡi ngự lai. Nguyện đem thánh chứng theo Ngài.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Chính phút vui nầy: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781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Nguyện xin Thánh Linh năng tài, quyền thiêng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sức thiêng ai tày,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đầy tâm tôi nay Chúa ôi,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quản cai muôn đời.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384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Hát khen muôn thuở nào thôi, hiệp tôn Chân Chúa Ba Ngôi, Chúa trên muôn loài!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810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Nguyện trông hiển vinh nơi Ngài, được xem đáng tôn nghiêm hoài. Thờ tôn, yêu thương Chúa tôi trải đến đời đời.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37056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21</TotalTime>
  <Words>136</Words>
  <Application>Microsoft Office PowerPoint</Application>
  <PresentationFormat>Widescreen</PresentationFormat>
  <Paragraphs>11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faithstocks-template-powerpoint-001</vt:lpstr>
      <vt:lpstr>Thánh Ca 01 CÚI XIN  VUA THÁNH NGỰ LAI</vt:lpstr>
      <vt:lpstr>1. Cúi xin Vua Thánh  ngự lai. Hộ tôi  cung chúc danh Ngài.  Hát lên khen ngợi;</vt:lpstr>
      <vt:lpstr>Ngợi Cha sáng láng trên trời, là danh chiến thắng muôn đời. Nguyền quang lâm trên chính tôi, Chúa thánh muôn đời.</vt:lpstr>
      <vt:lpstr>2. Cúi xin Đạo thể ngự lai. Nịt gươm chói sáng  hiển oai.  Đoái nghe tôi nài;</vt:lpstr>
      <vt:lpstr>Nguyện ban tứ thánh dân Ngài, dùng chân lý nuôi tâm hoài.  Thần Nhân ôi xin giáng đây, ở chính tâm nầy. </vt:lpstr>
      <vt:lpstr>3. Đấng ủy lạo hỡi ngự lai. Nguyện đem thánh chứng theo Ngài.  Chính phút vui nầy:</vt:lpstr>
      <vt:lpstr>Nguyện xin Thánh Linh năng tài, quyền thiêng sức thiêng ai tày,  đầy tâm tôi nay Chúa ôi,  quản cai muôn đời.</vt:lpstr>
      <vt:lpstr>4. Hát khen muôn thuở nào thôi, hiệp tôn Chân Chúa Ba Ngôi, Chúa trên muôn loài! </vt:lpstr>
      <vt:lpstr>Nguyện trông hiển vinh nơi Ngài, được xem đáng tôn nghiêm hoài. Thờ tôn, yêu thương Chúa tôi trải đến đời đời.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01 Cúi Xin  Vua Thánh Ngự Lai</dc:title>
  <dc:creator>Phan Minh Vinh An; KIETTTSE62520</dc:creator>
  <cp:lastModifiedBy>An Phan</cp:lastModifiedBy>
  <cp:revision>7</cp:revision>
  <dcterms:created xsi:type="dcterms:W3CDTF">2018-01-21T02:26:40Z</dcterms:created>
  <dcterms:modified xsi:type="dcterms:W3CDTF">2018-11-08T02:29:29Z</dcterms:modified>
</cp:coreProperties>
</file>