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14</a:t>
            </a:r>
            <a:br>
              <a:rPr lang="en-US" dirty="0"/>
            </a:br>
            <a:r>
              <a:rPr lang="en-US" dirty="0"/>
              <a:t>DANH JÊSUS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Khi </a:t>
            </a:r>
            <a:r>
              <a:rPr lang="vi-VN" dirty="0"/>
              <a:t>các giáo hữu nghe danh Jêsus, xiết bao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đẹp đẽ êm đềm!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95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Buồn lo vụt biến,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đau thương tiêu trừ,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làn sóng kinh sợ đều êm.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494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Danh cấp cứu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kẻ thương tâm lao thần, rối reng thành tĩnh an liền;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51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là ma</a:t>
            </a:r>
            <a:r>
              <a:rPr lang="en-US" dirty="0"/>
              <a:t>-</a:t>
            </a:r>
            <a:r>
              <a:rPr lang="vi-VN" dirty="0"/>
              <a:t>na cấp cho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ai</a:t>
            </a:r>
            <a:r>
              <a:rPr lang="en-US" dirty="0"/>
              <a:t> </a:t>
            </a:r>
            <a:r>
              <a:rPr lang="vi-VN" dirty="0"/>
              <a:t>cơ bần, hằng giúp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ai</a:t>
            </a:r>
            <a:r>
              <a:rPr lang="en-US" dirty="0"/>
              <a:t> </a:t>
            </a:r>
            <a:r>
              <a:rPr lang="vi-VN" dirty="0"/>
              <a:t>mệt được yên.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38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Danh chí 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ấy khiên che thân mình, chỗ nương cậy,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Đá xây nền;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0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là kho vàng chứa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bao nhiêu ơn lành,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đầy dẫy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phước thật từ trên.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14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Jêsus hỡi, Chúa tôi, Vua, bạn hiền, chính Cha là Đấng chăn chiên;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8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Đường đi, Sự sống,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Tiên tri, Cuối cùng,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nhận lấy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bao lời ngợi khen.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25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Dầu sắp tắt hơi,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vui rao Con Trời Chí công, toàn ái tuyệt vời;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892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Kìa, danh dịu bấy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đưa tôi qua đời,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hồn thỏa vui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hằng cười tươi.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25669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29</TotalTime>
  <Words>79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faithstocks-template-powerpoint-001</vt:lpstr>
      <vt:lpstr>Thánh Ca 14 DANH JÊSUS</vt:lpstr>
      <vt:lpstr>1. Khi các giáo hữu nghe danh Jêsus, xiết bao đẹp đẽ êm đềm! </vt:lpstr>
      <vt:lpstr>Buồn lo vụt biến, đau thương tiêu trừ, làn sóng kinh sợ đều êm. </vt:lpstr>
      <vt:lpstr>2. Danh cấp cứu kẻ thương tâm lao thần, rối reng thành tĩnh an liền; </vt:lpstr>
      <vt:lpstr>là ma-na cấp cho ai cơ bần, hằng giúp ai mệt được yên.</vt:lpstr>
      <vt:lpstr>3. Danh chí ái, ấy khiên che thân mình, chỗ nương cậy, Đá xây nền; </vt:lpstr>
      <vt:lpstr>là kho vàng chứa bao nhiêu ơn lành, đầy dẫy phước thật từ trên.</vt:lpstr>
      <vt:lpstr>4. Jêsus hỡi, Chúa tôi, Vua, bạn hiền, chính Cha là Đấng chăn chiên; </vt:lpstr>
      <vt:lpstr>Đường đi, Sự sống, Tiên tri, Cuối cùng, nhận lấy bao lời ngợi khen.</vt:lpstr>
      <vt:lpstr>5. Dầu sắp tắt hơi, vui rao Con Trời Chí công, toàn ái tuyệt vời; </vt:lpstr>
      <vt:lpstr>Kìa, danh dịu bấy đưa tôi qua đời, hồn thỏa vui hằng cười tươi.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Thánh Ca 14 Danh Jêsus</dc:title>
  <dc:creator>Phan Minh Vinh An; KIETTTSE62520</dc:creator>
  <cp:lastModifiedBy>An Phan</cp:lastModifiedBy>
  <cp:revision>5</cp:revision>
  <dcterms:created xsi:type="dcterms:W3CDTF">2018-01-22T16:01:20Z</dcterms:created>
  <dcterms:modified xsi:type="dcterms:W3CDTF">2018-11-08T04:12:33Z</dcterms:modified>
</cp:coreProperties>
</file>