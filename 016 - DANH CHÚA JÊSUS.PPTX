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  <p:sldMasterId id="2147483760" r:id="rId2"/>
  </p:sldMasterIdLst>
  <p:notesMasterIdLst>
    <p:notesMasterId r:id="rId20"/>
  </p:notesMasterIdLst>
  <p:sldIdLst>
    <p:sldId id="256" r:id="rId3"/>
    <p:sldId id="257" r:id="rId4"/>
    <p:sldId id="260" r:id="rId5"/>
    <p:sldId id="261" r:id="rId6"/>
    <p:sldId id="262" r:id="rId7"/>
    <p:sldId id="263" r:id="rId8"/>
    <p:sldId id="264" r:id="rId9"/>
    <p:sldId id="275" r:id="rId10"/>
    <p:sldId id="276" r:id="rId11"/>
    <p:sldId id="267" r:id="rId12"/>
    <p:sldId id="268" r:id="rId13"/>
    <p:sldId id="277" r:id="rId14"/>
    <p:sldId id="278" r:id="rId15"/>
    <p:sldId id="259" r:id="rId16"/>
    <p:sldId id="272" r:id="rId17"/>
    <p:sldId id="280" r:id="rId18"/>
    <p:sldId id="281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487" autoAdjust="0"/>
    <p:restoredTop sz="94660" autoAdjust="0"/>
  </p:normalViewPr>
  <p:slideViewPr>
    <p:cSldViewPr snapToGrid="0">
      <p:cViewPr varScale="1">
        <p:scale>
          <a:sx n="77" d="100"/>
          <a:sy n="77" d="100"/>
        </p:scale>
        <p:origin x="660" y="13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7" d="100"/>
          <a:sy n="87" d="100"/>
        </p:scale>
        <p:origin x="3840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9BC554-B7CB-471A-92C1-2A9A25F4FFD5}" type="datetimeFigureOut">
              <a:rPr lang="en-US" smtClean="0"/>
              <a:t>11/8/2018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39BD78-E8E7-4CA8-ACBF-B8CBABE5AB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5501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9BD78-E8E7-4CA8-ACBF-B8CBABE5ABC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436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255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2789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D7B5080-280C-457F-B1C3-02181A2D07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877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100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A9F4E50-46AD-43BB-99B5-F85C751628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958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197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B837F48-D0D6-45AC-A273-00953E86AE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626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8216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2F8712E-8F83-406E-BBED-051BEA99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120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751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7399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82418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Lời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87888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D7B5080-280C-457F-B1C3-02181A2D07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07965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48547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A9F4E50-46AD-43BB-99B5-F85C751628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433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170375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B837F48-D0D6-45AC-A273-00953E86AE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30594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93909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2F8712E-8F83-406E-BBED-051BEA99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1091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7228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027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54" r:id="rId2"/>
    <p:sldLayoutId id="2147483756" r:id="rId3"/>
    <p:sldLayoutId id="2147483743" r:id="rId4"/>
    <p:sldLayoutId id="2147483745" r:id="rId5"/>
    <p:sldLayoutId id="2147483757" r:id="rId6"/>
    <p:sldLayoutId id="2147483752" r:id="rId7"/>
    <p:sldLayoutId id="2147483758" r:id="rId8"/>
    <p:sldLayoutId id="2147483753" r:id="rId9"/>
    <p:sldLayoutId id="214748375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537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9D7E4520-1441-4995-9C47-D3BAA68D3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Thánh</a:t>
            </a:r>
            <a:r>
              <a:rPr lang="en-US" dirty="0"/>
              <a:t> </a:t>
            </a:r>
            <a:r>
              <a:rPr lang="en-US" dirty="0" err="1"/>
              <a:t>Ca</a:t>
            </a:r>
            <a:r>
              <a:rPr lang="en-US" dirty="0"/>
              <a:t> 16</a:t>
            </a:r>
            <a:br>
              <a:rPr lang="en-US" dirty="0"/>
            </a:br>
            <a:r>
              <a:rPr lang="en-US" dirty="0"/>
              <a:t>DANH CHÚA JÊSUS</a:t>
            </a:r>
          </a:p>
        </p:txBody>
      </p:sp>
    </p:spTree>
    <p:extLst>
      <p:ext uri="{BB962C8B-B14F-4D97-AF65-F5344CB8AC3E}">
        <p14:creationId xmlns:p14="http://schemas.microsoft.com/office/powerpoint/2010/main" val="2154646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175">
              <a:tabLst>
                <a:tab pos="1317625" algn="l"/>
              </a:tabLst>
            </a:pPr>
            <a:r>
              <a:rPr lang="en-GB"/>
              <a:t>1. </a:t>
            </a:r>
            <a:r>
              <a:rPr lang="vi-VN" smtClean="0"/>
              <a:t>Danh </a:t>
            </a:r>
            <a:r>
              <a:rPr lang="vi-VN" dirty="0"/>
              <a:t>Chúa Jêsus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thật rất dịu dàng,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Tôi thích hát danh Ngài khắp nhân gian;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72641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Danh ấy khiến tôi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tươi vui hoàn toàn,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Diệu vinh thay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danh</a:t>
            </a:r>
            <a:r>
              <a:rPr lang="en-US"/>
              <a:t> </a:t>
            </a:r>
            <a:r>
              <a:rPr lang="vi-VN"/>
              <a:t>Chúa </a:t>
            </a:r>
            <a:r>
              <a:rPr lang="vi-VN" dirty="0"/>
              <a:t>Jêsus!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3834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Jêsus,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có phương danh diệu kỳ!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Jêsus,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mãi không di dịch gì!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2061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Jêsus,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thánh dân vui tụng truyền, Ngợi danh Jêsus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thiên ức niên.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31940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2. Tôi mến yêu danh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Jêsus trọn đời,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Nhơn Chúa sẻ chia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buồn bã trong tôi;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9441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Ngài đuổi lo âu,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xua kinh hoàng rồi,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Lòng nguyện yêu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danh Chúa Jêsus.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7016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Jêsus,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có phương danh diệu kỳ!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Jêsus,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mãi không di dịch gì!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32802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Jêsus,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thánh dân vui tụng truyền, Ngợi danh Jêsus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thiên ức niên.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70865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3. Danh Chúa tôi ưa được nghe thường thường,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Tôi náu nương luôn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và mãi yêu thương,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03434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Danh ấy lau khô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bao nhiêu lụy hường,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Nguyện tôn cao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d</a:t>
            </a:r>
            <a:r>
              <a:rPr lang="vi-VN" dirty="0"/>
              <a:t>anh Chúa Jêsus.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97514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Jêsus,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có phương danh diệu kỳ!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Jêsus,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mãi không di dịch gì!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32802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Jêsus,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thánh dân vui tụng truyền, Ngợi danh Jêsus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thiên ức niên.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70865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4. Ngôn ngữ thế gian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thuật sao tận tường,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Danh Chúa Jêsus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là Ðấng yêu thương;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64258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Ta khá tôn vinh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danh</a:t>
            </a:r>
            <a:r>
              <a:rPr lang="en-US" dirty="0"/>
              <a:t> </a:t>
            </a:r>
            <a:r>
              <a:rPr lang="vi-VN" dirty="0"/>
              <a:t>Vua lạ thường;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Hằng tung hô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danh</a:t>
            </a:r>
            <a:r>
              <a:rPr lang="en-US" dirty="0"/>
              <a:t> </a:t>
            </a:r>
            <a:r>
              <a:rPr lang="vi-VN" dirty="0"/>
              <a:t>Chúa Jêsus.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21286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Jêsus,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có phương danh diệu kỳ!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Jêsus,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mãi không di dịch gì!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98085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Jêsus,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thánh dân vui tụng truyền, Ngợi danh Jêsus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thiên ức niên.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283558"/>
      </p:ext>
    </p:extLst>
  </p:cSld>
  <p:clrMapOvr>
    <a:masterClrMapping/>
  </p:clrMapOvr>
</p:sld>
</file>

<file path=ppt/theme/theme1.xml><?xml version="1.0" encoding="utf-8"?>
<a:theme xmlns:a="http://schemas.openxmlformats.org/drawingml/2006/main" name="faithstocks-template-powerpoint-00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F5C834B2-4A3E-49F7-9EB5-908E626B4A0E}" vid="{6886AF0C-C0C5-4004-8430-67B367CF969C}"/>
    </a:ext>
  </a:extLst>
</a:theme>
</file>

<file path=ppt/theme/theme2.xml><?xml version="1.0" encoding="utf-8"?>
<a:theme xmlns:a="http://schemas.openxmlformats.org/drawingml/2006/main" name="Presentation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ocument Themes.potx" id="{6A44481B-8EE0-4478-8270-5C7A3D7973D1}" vid="{BC5D5854-44EB-413B-9822-CB9A1AE0F1A2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faithstocks-template-powerpoint-001</Template>
  <TotalTime>6</TotalTime>
  <Words>65</Words>
  <Application>Microsoft Office PowerPoint</Application>
  <PresentationFormat>Widescreen</PresentationFormat>
  <Paragraphs>18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faithstocks-template-powerpoint-001</vt:lpstr>
      <vt:lpstr>Presentation1</vt:lpstr>
      <vt:lpstr>Thánh Ca 16 DANH CHÚA JÊSUS</vt:lpstr>
      <vt:lpstr>1. Danh Chúa Jêsus thật rất dịu dàng, Tôi thích hát danh Ngài khắp nhân gian;</vt:lpstr>
      <vt:lpstr>Danh ấy khiến tôi tươi vui hoàn toàn, Diệu vinh thay danh Chúa Jêsus! </vt:lpstr>
      <vt:lpstr>Jêsus, có phương danh diệu kỳ! Jêsus, mãi không di dịch gì! </vt:lpstr>
      <vt:lpstr>Jêsus, thánh dân vui tụng truyền, Ngợi danh Jêsus thiên ức niên. </vt:lpstr>
      <vt:lpstr>2. Tôi mến yêu danh Jêsus trọn đời, Nhơn Chúa sẻ chia buồn bã trong tôi; </vt:lpstr>
      <vt:lpstr>Ngài đuổi lo âu, xua kinh hoàng rồi, Lòng nguyện yêu danh Chúa Jêsus. </vt:lpstr>
      <vt:lpstr>Jêsus, có phương danh diệu kỳ! Jêsus, mãi không di dịch gì! </vt:lpstr>
      <vt:lpstr>Jêsus, thánh dân vui tụng truyền, Ngợi danh Jêsus thiên ức niên. </vt:lpstr>
      <vt:lpstr>3. Danh Chúa tôi ưa được nghe thường thường, Tôi náu nương luôn và mãi yêu thương, </vt:lpstr>
      <vt:lpstr>Danh ấy lau khô bao nhiêu lụy hường, Nguyện tôn cao danh Chúa Jêsus.</vt:lpstr>
      <vt:lpstr>Jêsus, có phương danh diệu kỳ! Jêsus, mãi không di dịch gì! </vt:lpstr>
      <vt:lpstr>Jêsus, thánh dân vui tụng truyền, Ngợi danh Jêsus thiên ức niên. </vt:lpstr>
      <vt:lpstr>4. Ngôn ngữ thế gian thuật sao tận tường, Danh Chúa Jêsus là Ðấng yêu thương; </vt:lpstr>
      <vt:lpstr>Ta khá tôn vinh danh Vua lạ thường; Hằng tung hô danh Chúa Jêsus. </vt:lpstr>
      <vt:lpstr>Jêsus, có phương danh diệu kỳ! Jêsus, mãi không di dịch gì! </vt:lpstr>
      <vt:lpstr>Jêsus, thánh dân vui tụng truyền, Ngợi danh Jêsus thiên ức niên.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Thánh Ca 16 Danh Chúa Jêsus</dc:title>
  <dc:creator>Phan Minh Vinh An; KIETTTSE62520</dc:creator>
  <cp:lastModifiedBy>An Phan</cp:lastModifiedBy>
  <cp:revision>7</cp:revision>
  <dcterms:created xsi:type="dcterms:W3CDTF">2018-01-22T16:17:04Z</dcterms:created>
  <dcterms:modified xsi:type="dcterms:W3CDTF">2018-11-08T04:12:21Z</dcterms:modified>
</cp:coreProperties>
</file>