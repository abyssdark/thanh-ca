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8" r:id="rId3"/>
    <p:sldId id="259" r:id="rId4"/>
    <p:sldId id="269" r:id="rId5"/>
    <p:sldId id="260" r:id="rId6"/>
    <p:sldId id="261" r:id="rId7"/>
    <p:sldId id="270" r:id="rId8"/>
    <p:sldId id="262" r:id="rId9"/>
    <p:sldId id="263" r:id="rId10"/>
    <p:sldId id="271" r:id="rId11"/>
    <p:sldId id="264" r:id="rId12"/>
    <p:sldId id="265" r:id="rId13"/>
    <p:sldId id="266" r:id="rId14"/>
    <p:sldId id="267" r:id="rId15"/>
    <p:sldId id="268"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59" autoAdjust="0"/>
    <p:restoredTop sz="86477" autoAdjust="0"/>
  </p:normalViewPr>
  <p:slideViewPr>
    <p:cSldViewPr snapToGrid="0">
      <p:cViewPr varScale="1">
        <p:scale>
          <a:sx n="28" d="100"/>
          <a:sy n="28" d="100"/>
        </p:scale>
        <p:origin x="-114" y="-7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65</a:t>
            </a:r>
          </a:p>
          <a:p>
            <a:r>
              <a:rPr lang="vi-VN" b="1" dirty="0" smtClean="0"/>
              <a:t>HÔ-SA-NA!</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dirty="0" smtClean="0"/>
              <a:t>1.</a:t>
            </a:r>
            <a:r>
              <a:rPr lang="en-US" baseline="0" dirty="0" smtClean="0"/>
              <a:t> </a:t>
            </a:r>
            <a:r>
              <a:rPr lang="vi-VN" dirty="0" smtClean="0"/>
              <a:t>Hô-sa-na! Đáng kính khen đại danh Jêsus chính Chân Thần, Vì yêu nhân thế hôm nay bỏ ngai vàng vinh hiển lâm trần; </a:t>
            </a:r>
            <a:endParaRPr lang="en-US" dirty="0"/>
          </a:p>
        </p:txBody>
      </p:sp>
    </p:spTree>
    <p:extLst>
      <p:ext uri="{BB962C8B-B14F-4D97-AF65-F5344CB8AC3E}">
        <p14:creationId xmlns:p14="http://schemas.microsoft.com/office/powerpoint/2010/main" val="3094712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Ấy chính danh Con độc sinh, từ trong lòng Cha chí thân,</a:t>
            </a:r>
            <a:endParaRPr lang="en-US" dirty="0"/>
          </a:p>
        </p:txBody>
      </p:sp>
    </p:spTree>
    <p:extLst>
      <p:ext uri="{BB962C8B-B14F-4D97-AF65-F5344CB8AC3E}">
        <p14:creationId xmlns:p14="http://schemas.microsoft.com/office/powerpoint/2010/main" val="3954366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Hạ sinh đem theo ân điển, trùng sinh cho ai tin kính, Trùng sinh bởi </a:t>
            </a:r>
            <a:r>
              <a:rPr lang="vi-VN" dirty="0" smtClean="0"/>
              <a:t>chính</a:t>
            </a:r>
            <a:r>
              <a:rPr lang="en-US" dirty="0" smtClean="0"/>
              <a:t/>
            </a:r>
            <a:br>
              <a:rPr lang="en-US" dirty="0" smtClean="0"/>
            </a:br>
            <a:r>
              <a:rPr lang="vi-VN" dirty="0" smtClean="0"/>
              <a:t>Thần </a:t>
            </a:r>
            <a:r>
              <a:rPr lang="vi-VN" dirty="0" smtClean="0"/>
              <a:t>Linh.</a:t>
            </a:r>
            <a:endParaRPr lang="en-US" dirty="0"/>
          </a:p>
        </p:txBody>
      </p:sp>
    </p:spTree>
    <p:extLst>
      <p:ext uri="{BB962C8B-B14F-4D97-AF65-F5344CB8AC3E}">
        <p14:creationId xmlns:p14="http://schemas.microsoft.com/office/powerpoint/2010/main" val="226014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2. Hô-sa-na! Đáng kính khen Ngài cho ta sống vui đời đời, Được hân hoan ở tâm linh bởi ta nhờ danh thánh Con Trời; </a:t>
            </a:r>
            <a:endParaRPr lang="en-US" dirty="0"/>
          </a:p>
        </p:txBody>
      </p:sp>
    </p:spTree>
    <p:extLst>
      <p:ext uri="{BB962C8B-B14F-4D97-AF65-F5344CB8AC3E}">
        <p14:creationId xmlns:p14="http://schemas.microsoft.com/office/powerpoint/2010/main" val="3859382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Khúc thánh ca nay nguyền tâu, ngợi khen Thần danh khắp nơi,</a:t>
            </a:r>
            <a:endParaRPr lang="en-US" dirty="0"/>
          </a:p>
        </p:txBody>
      </p:sp>
    </p:spTree>
    <p:extLst>
      <p:ext uri="{BB962C8B-B14F-4D97-AF65-F5344CB8AC3E}">
        <p14:creationId xmlns:p14="http://schemas.microsoft.com/office/powerpoint/2010/main" val="3376372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Bầy con thân yêu Cha thánh cùng nhau hân hoan ca xướng, Cùng hoan ca </a:t>
            </a:r>
            <a:r>
              <a:rPr lang="vi-VN" dirty="0" smtClean="0"/>
              <a:t>khúc</a:t>
            </a:r>
            <a:r>
              <a:rPr lang="en-US" dirty="0" smtClean="0"/>
              <a:t/>
            </a:r>
            <a:br>
              <a:rPr lang="en-US" dirty="0" smtClean="0"/>
            </a:br>
            <a:r>
              <a:rPr lang="vi-VN" dirty="0" smtClean="0"/>
              <a:t>bình </a:t>
            </a:r>
            <a:r>
              <a:rPr lang="vi-VN" dirty="0" smtClean="0"/>
              <a:t>khương.</a:t>
            </a:r>
            <a:endParaRPr lang="en-US" dirty="0"/>
          </a:p>
        </p:txBody>
      </p:sp>
    </p:spTree>
    <p:extLst>
      <p:ext uri="{BB962C8B-B14F-4D97-AF65-F5344CB8AC3E}">
        <p14:creationId xmlns:p14="http://schemas.microsoft.com/office/powerpoint/2010/main" val="331315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3. Hô-sa-na! Đáng kính khen Bạn Jêsus, ái tâm rạng lòa, Ngài hay tha thứ cho ai ăn năn tội quay bước về nhà; </a:t>
            </a:r>
            <a:endParaRPr lang="en-US" dirty="0"/>
          </a:p>
        </p:txBody>
      </p:sp>
    </p:spTree>
    <p:extLst>
      <p:ext uri="{BB962C8B-B14F-4D97-AF65-F5344CB8AC3E}">
        <p14:creationId xmlns:p14="http://schemas.microsoft.com/office/powerpoint/2010/main" val="1049374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Chúa tôn khiêm vâng phục Cha, Ngài vui mang nhân tính ta,</a:t>
            </a:r>
            <a:r>
              <a:rPr lang="en-US" baseline="0" dirty="0" smtClean="0"/>
              <a:t> </a:t>
            </a:r>
            <a:endParaRPr lang="en-US" dirty="0"/>
          </a:p>
        </p:txBody>
      </p:sp>
    </p:spTree>
    <p:extLst>
      <p:ext uri="{BB962C8B-B14F-4D97-AF65-F5344CB8AC3E}">
        <p14:creationId xmlns:p14="http://schemas.microsoft.com/office/powerpoint/2010/main" val="3266928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Ngài nguyên Ngôi Hai vinh hiển, Vì thương ta mang nhân tính, Tạm che khuất tính Thần Minh.</a:t>
            </a:r>
            <a:endParaRPr lang="en-US" dirty="0"/>
          </a:p>
        </p:txBody>
      </p:sp>
    </p:spTree>
    <p:extLst>
      <p:ext uri="{BB962C8B-B14F-4D97-AF65-F5344CB8AC3E}">
        <p14:creationId xmlns:p14="http://schemas.microsoft.com/office/powerpoint/2010/main" val="2279394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4. Hô-sa-na! Hãy hát khen Jêsus Christ, Đấng rất công bình; Vì muôn dân Chúa hy sinh thân vàng đền xong hết tội tình. </a:t>
            </a:r>
            <a:endParaRPr lang="en-US" dirty="0"/>
          </a:p>
        </p:txBody>
      </p:sp>
    </p:spTree>
    <p:extLst>
      <p:ext uri="{BB962C8B-B14F-4D97-AF65-F5344CB8AC3E}">
        <p14:creationId xmlns:p14="http://schemas.microsoft.com/office/powerpoint/2010/main" val="343787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Chính Vua trên muôn vì vua từ nơi vinh </a:t>
            </a:r>
            <a:r>
              <a:rPr lang="vi-VN" dirty="0" smtClean="0"/>
              <a:t>hiển</a:t>
            </a:r>
            <a:r>
              <a:rPr lang="en-US" dirty="0" smtClean="0"/>
              <a:t/>
            </a:r>
            <a:br>
              <a:rPr lang="en-US" dirty="0" smtClean="0"/>
            </a:br>
            <a:r>
              <a:rPr lang="vi-VN" dirty="0" smtClean="0"/>
              <a:t>giáng </a:t>
            </a:r>
            <a:r>
              <a:rPr lang="vi-VN" dirty="0" smtClean="0"/>
              <a:t>sinh, </a:t>
            </a:r>
            <a:endParaRPr lang="en-US" dirty="0"/>
          </a:p>
        </p:txBody>
      </p:sp>
    </p:spTree>
    <p:extLst>
      <p:ext uri="{BB962C8B-B14F-4D97-AF65-F5344CB8AC3E}">
        <p14:creationId xmlns:p14="http://schemas.microsoft.com/office/powerpoint/2010/main" val="3452586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vi-VN" dirty="0" smtClean="0"/>
              <a:t>Ngài đưa ta lên thiên quốc nhờ huyết linh năng tuôn chảy, </a:t>
            </a:r>
            <a:r>
              <a:rPr lang="vi-VN" dirty="0" smtClean="0"/>
              <a:t>Hô-sa-na</a:t>
            </a:r>
            <a:r>
              <a:rPr lang="vi-VN" dirty="0" smtClean="0"/>
              <a:t>! </a:t>
            </a:r>
            <a:r>
              <a:rPr lang="en-US" dirty="0" smtClean="0"/>
              <a:t/>
            </a:r>
            <a:br>
              <a:rPr lang="en-US" dirty="0" smtClean="0"/>
            </a:br>
            <a:r>
              <a:rPr lang="vi-VN" dirty="0" smtClean="0"/>
              <a:t>Đáng </a:t>
            </a:r>
            <a:r>
              <a:rPr lang="vi-VN" dirty="0" smtClean="0"/>
              <a:t>ngợi thay!</a:t>
            </a:r>
            <a:endParaRPr lang="en-US" dirty="0"/>
          </a:p>
        </p:txBody>
      </p:sp>
    </p:spTree>
    <p:extLst>
      <p:ext uri="{BB962C8B-B14F-4D97-AF65-F5344CB8AC3E}">
        <p14:creationId xmlns:p14="http://schemas.microsoft.com/office/powerpoint/2010/main" val="102596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5. Hô-sa-na! Hỡi chúng dân tự do, trung tín vui ca mừng, Cùng reo vang Hô-sa-na với tinh thần hăng hái tưng bừng;</a:t>
            </a:r>
            <a:endParaRPr lang="en-US" dirty="0"/>
          </a:p>
        </p:txBody>
      </p:sp>
    </p:spTree>
    <p:extLst>
      <p:ext uri="{BB962C8B-B14F-4D97-AF65-F5344CB8AC3E}">
        <p14:creationId xmlns:p14="http://schemas.microsoft.com/office/powerpoint/2010/main" val="22021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Hô-sa-na! Thanh bình ca, hòa vui ngợi </a:t>
            </a:r>
            <a:r>
              <a:rPr lang="vi-VN" dirty="0" smtClean="0"/>
              <a:t>khen</a:t>
            </a:r>
            <a:r>
              <a:rPr lang="en-US" dirty="0" smtClean="0"/>
              <a:t/>
            </a:r>
            <a:br>
              <a:rPr lang="en-US" dirty="0" smtClean="0"/>
            </a:br>
            <a:r>
              <a:rPr lang="vi-VN" dirty="0" smtClean="0"/>
              <a:t>Thánh </a:t>
            </a:r>
            <a:r>
              <a:rPr lang="vi-VN" dirty="0" smtClean="0"/>
              <a:t>Quân,</a:t>
            </a:r>
            <a:endParaRPr lang="en-US" dirty="0"/>
          </a:p>
        </p:txBody>
      </p:sp>
    </p:spTree>
    <p:extLst>
      <p:ext uri="{BB962C8B-B14F-4D97-AF65-F5344CB8AC3E}">
        <p14:creationId xmlns:p14="http://schemas.microsoft.com/office/powerpoint/2010/main" val="3478587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Nghìn muôn năm ca không dứt, Hô-sa-na! Vua vinh hiển!</a:t>
            </a:r>
            <a:r>
              <a:rPr lang="en-US" baseline="0" dirty="0" smtClean="0"/>
              <a:t> </a:t>
            </a:r>
            <a:r>
              <a:rPr lang="vi-VN" dirty="0" smtClean="0"/>
              <a:t>Hô-sa-na! Chúa thượng thiên! </a:t>
            </a:r>
            <a:endParaRPr lang="en-US" dirty="0"/>
          </a:p>
        </p:txBody>
      </p:sp>
    </p:spTree>
    <p:extLst>
      <p:ext uri="{BB962C8B-B14F-4D97-AF65-F5344CB8AC3E}">
        <p14:creationId xmlns:p14="http://schemas.microsoft.com/office/powerpoint/2010/main" val="2270938690"/>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8</TotalTime>
  <Words>300</Words>
  <Application>Microsoft Office PowerPoint</Application>
  <PresentationFormat>Custom</PresentationFormat>
  <Paragraphs>17</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faithstocks-template-powerpoint-001</vt:lpstr>
      <vt:lpstr>Thánh Ca 65 HÔ-SA-NA!</vt:lpstr>
      <vt:lpstr>1. Hô-sa-na! Đáng kính khen đại danh Jêsus chính Chân Thần, Vì yêu nhân thế hôm nay bỏ ngai vàng vinh hiển lâm trần; </vt:lpstr>
      <vt:lpstr>Ấy chính danh Con độc sinh, từ trong lòng Cha chí thân,</vt:lpstr>
      <vt:lpstr>Hạ sinh đem theo ân điển, trùng sinh cho ai tin kính, Trùng sinh bởi chính Thần Linh.</vt:lpstr>
      <vt:lpstr>2. Hô-sa-na! Đáng kính khen Ngài cho ta sống vui đời đời, Được hân hoan ở tâm linh bởi ta nhờ danh thánh Con Trời; </vt:lpstr>
      <vt:lpstr>Khúc thánh ca nay nguyền tâu, ngợi khen Thần danh khắp nơi,</vt:lpstr>
      <vt:lpstr>Bầy con thân yêu Cha thánh cùng nhau hân hoan ca xướng, Cùng hoan ca khúc bình khương.</vt:lpstr>
      <vt:lpstr>3. Hô-sa-na! Đáng kính khen Bạn Jêsus, ái tâm rạng lòa, Ngài hay tha thứ cho ai ăn năn tội quay bước về nhà; </vt:lpstr>
      <vt:lpstr>Chúa tôn khiêm vâng phục Cha, Ngài vui mang nhân tính ta, </vt:lpstr>
      <vt:lpstr>Ngài nguyên Ngôi Hai vinh hiển, Vì thương ta mang nhân tính, Tạm che khuất tính Thần Minh.</vt:lpstr>
      <vt:lpstr>4. Hô-sa-na! Hãy hát khen Jêsus Christ, Đấng rất công bình; Vì muôn dân Chúa hy sinh thân vàng đền xong hết tội tình. </vt:lpstr>
      <vt:lpstr>Chính Vua trên muôn vì vua từ nơi vinh hiển giáng sinh, </vt:lpstr>
      <vt:lpstr>Ngài đưa ta lên thiên quốc nhờ huyết linh năng tuôn chảy, Hô-sa-na!  Đáng ngợi thay!</vt:lpstr>
      <vt:lpstr>5. Hô-sa-na! Hỡi chúng dân tự do, trung tín vui ca mừng, Cùng reo vang Hô-sa-na với tinh thần hăng hái tưng bừng;</vt:lpstr>
      <vt:lpstr>Hô-sa-na! Thanh bình ca, hòa vui ngợi khen Thánh Quân,</vt:lpstr>
      <vt:lpstr>Nghìn muôn năm ca không dứt, Hô-sa-na! Vua vinh hiển! Hô-sa-na! Chúa thượng thiên! </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065 - Hô-sa-na   Thánh Ca 65 Hô-sa-na!  1. Hô-sa-na! Đáng kính khen đại danh Jêsus chính Chân Thần, Vì yêu nhân thế hôm nay bỏ ngai vàng vinh hiển lâm trần;   Ấy chính danh Con độc sinh, từ trong lòng Cha chí thân,   Hạ sinh đem theo  ân điển, trùng sinh cho ai tin kính, Trùng sinh bởi chính Thần Linh.  2. Hô-sa-na! Đáng kính khen Ngài cho ta sống vui đời đời, Được hân hoan ở tâm linh bởi ta nhờ danh thánh Con Trời;   Khúc thánh ca nay nguyền tâu, ngợi khen Thần danh khắp nơi,   Bầy con thân yêu Cha thánh cùng nhau hân hoan ca xướng, Cùng hoan ca khúc bình khương.  3. Hô-sa-na! Đáng kính khen Bạn Jêsus, ái tâm rạng lòa,  Ngài hay tha thứ cho ai ăn năn tội quay bước về nhà;   Chúa tôn khiêm vâng phục Cha, Ngài vui mang  nhân tính ta,   Ngài nguyên  Ngôi Hai vinh hiển,  Vì thương ta mang nhân tính, Tạm che khuất tính  Thần Minh.  4. Hô-sa-na! Hãy hát khen Jêsus Christ, Đấng rất công bình; Vì muôn dân Chúa  hy sinh thân vàng đền xong hết tội tình.   Chính Vua trên  muôn vì vua từ nơi vinh hiển giáng sinh,   Ngài đưa ta lên  thiên quốc nhờ huyết linh năng tuôn chảy,  Hô-sa-na! Đáng ngợi thay!  5. Hô-sa-na! Hỡi chúng dân tự do, trung tín vui ca mừng, Cùng reo vang Hô-sa-na với tinh thần hăng hái tưng bừng;   Hô-sa-na! Thanh bình ca,  hòa vui ngợi khen  Thánh Quân,   Nghìn muôn năm ca không dứt, Hô-sa-na! Vua vinh hiển!  Hô-sa-na!  Chúa thượng thiên! </dc:title>
  <dc:creator>Phan Minh Vinh An; An Phan</dc:creator>
  <cp:lastModifiedBy>An Phan</cp:lastModifiedBy>
  <cp:revision>3</cp:revision>
  <dcterms:created xsi:type="dcterms:W3CDTF">2018-01-21T13:04:21Z</dcterms:created>
  <dcterms:modified xsi:type="dcterms:W3CDTF">2018-01-23T12:59:16Z</dcterms:modified>
</cp:coreProperties>
</file>