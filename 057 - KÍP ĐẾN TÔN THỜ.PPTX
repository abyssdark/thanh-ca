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  <p:sldMasterId id="2147483760" r:id="rId2"/>
  </p:sldMasterIdLst>
  <p:sldIdLst>
    <p:sldId id="256" r:id="rId3"/>
    <p:sldId id="257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34559" autoAdjust="0"/>
    <p:restoredTop sz="86477" autoAdjust="0"/>
  </p:normalViewPr>
  <p:slideViewPr>
    <p:cSldViewPr snapToGrid="0">
      <p:cViewPr varScale="1">
        <p:scale>
          <a:sx n="99" d="100"/>
          <a:sy n="99" d="100"/>
        </p:scale>
        <p:origin x="234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18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847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757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1512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414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909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1819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0788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4343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9185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408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822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949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57</a:t>
            </a:r>
            <a:br>
              <a:rPr lang="en-US" dirty="0"/>
            </a:br>
            <a:r>
              <a:rPr lang="en-US" dirty="0"/>
              <a:t>KÍP ĐẾN TÔN THỜ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 </a:t>
            </a:r>
            <a:r>
              <a:rPr lang="vi-VN" dirty="0"/>
              <a:t>Thiên thần xuống kìa ánh sáng huy hoàng, lướt khắp trên hải, giang, </a:t>
            </a:r>
            <a:br>
              <a:rPr lang="en-US" dirty="0"/>
            </a:br>
            <a:r>
              <a:rPr lang="vi-VN" dirty="0"/>
              <a:t>sơn, hà.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965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Xưa ngợi danh Tạo hóa, Đấng hiển vang, bữa nay rao</a:t>
            </a:r>
            <a:r>
              <a:rPr lang="en-US" dirty="0"/>
              <a:t> </a:t>
            </a:r>
            <a:r>
              <a:rPr lang="vi-VN" dirty="0"/>
              <a:t>Jêsus sinh hạ.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410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Kíp đến tôn thờ, cúi xuống tôn thờ. Kính chúc Christ nay sinh làm Vua.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26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Mục đồng im lặng giữa đêm thanh này, tỉnh thức canh giữ chiên nơi đồng.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11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Thiên Đạo nên người giữa chúng tôi đây, ánh sao lòa chiếu nơi Nhi đồng.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344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Kíp đến tôn thờ, cúi xuống tôn thờ. Kính chúc Christ nay sinh làm Vua.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578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Bao lần chiêm nghiệm bác sĩ không ngờ, bên Đông phương thấy ngôi sao Ngài.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258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Đi tìm Đấng vạn quốc vẫn ước mơ, đến nơi nhìn chính ngôi sao nầy.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925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Kíp đến tôn thờ, cúi xuống tôn thờ. Kính chúc Christ nay sinh làm Vua.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7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Khi mọi thánh đồ cúc cung tôn thờ, tỉnh thức luôn ngóng trông </a:t>
            </a:r>
            <a:br>
              <a:rPr lang="en-US" dirty="0"/>
            </a:br>
            <a:r>
              <a:rPr lang="vi-VN" dirty="0"/>
              <a:t>phập phồng.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077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Bỗng Jêsus hạ giáng cảnh tiêu sơ, sẽ xuất hiện giữa nơi tôn sùng.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972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Kíp đến tôn thờ, cúi xuống tôn thờ. Kính chúc Christ nay sinh làm Vua.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952186"/>
      </p:ext>
    </p:extLst>
  </p:cSld>
  <p:clrMapOvr>
    <a:masterClrMapping/>
  </p:clrMapOvr>
</p:sld>
</file>

<file path=ppt/theme/theme1.xml><?xml version="1.0" encoding="utf-8"?>
<a:theme xmlns:a="http://schemas.openxmlformats.org/drawingml/2006/main" name="TC 057 - Kíp Đến Tôn Thờ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ppt/theme/theme2.xml><?xml version="1.0" encoding="utf-8"?>
<a:theme xmlns:a="http://schemas.openxmlformats.org/drawingml/2006/main" name="Presentation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ocument Themes.potx" id="{6A44481B-8EE0-4478-8270-5C7A3D7973D1}" vid="{BC5D5854-44EB-413B-9822-CB9A1AE0F1A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 057 - Kíp Đến Tôn Thờ</Template>
  <TotalTime>0</TotalTime>
  <Words>214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TC 057 - Kíp Đến Tôn Thờ</vt:lpstr>
      <vt:lpstr>Presentation1</vt:lpstr>
      <vt:lpstr>Thánh Ca 57 KÍP ĐẾN TÔN THỜ</vt:lpstr>
      <vt:lpstr>1.  Thiên thần xuống kìa ánh sáng huy hoàng, lướt khắp trên hải, giang,  sơn, hà.</vt:lpstr>
      <vt:lpstr>Xưa ngợi danh Tạo hóa, Đấng hiển vang, bữa nay rao Jêsus sinh hạ. </vt:lpstr>
      <vt:lpstr>Kíp đến tôn thờ, cúi xuống tôn thờ. Kính chúc Christ nay sinh làm Vua.</vt:lpstr>
      <vt:lpstr>2. Mục đồng im lặng giữa đêm thanh này, tỉnh thức canh giữ chiên nơi đồng. </vt:lpstr>
      <vt:lpstr>Thiên Đạo nên người giữa chúng tôi đây, ánh sao lòa chiếu nơi Nhi đồng. </vt:lpstr>
      <vt:lpstr>Kíp đến tôn thờ, cúi xuống tôn thờ. Kính chúc Christ nay sinh làm Vua.</vt:lpstr>
      <vt:lpstr>3. Bao lần chiêm nghiệm bác sĩ không ngờ, bên Đông phương thấy ngôi sao Ngài. </vt:lpstr>
      <vt:lpstr>Đi tìm Đấng vạn quốc vẫn ước mơ, đến nơi nhìn chính ngôi sao nầy.</vt:lpstr>
      <vt:lpstr>Kíp đến tôn thờ, cúi xuống tôn thờ. Kính chúc Christ nay sinh làm Vua.</vt:lpstr>
      <vt:lpstr>4. Khi mọi thánh đồ cúc cung tôn thờ, tỉnh thức luôn ngóng trông  phập phồng. </vt:lpstr>
      <vt:lpstr>Bỗng Jêsus hạ giáng cảnh tiêu sơ, sẽ xuất hiện giữa nơi tôn sùng.</vt:lpstr>
      <vt:lpstr>Kíp đến tôn thờ, cúi xuống tôn thờ. Kính chúc Christ nay sinh làm Vua.</vt:lpstr>
    </vt:vector>
  </TitlesOfParts>
  <Company>ASI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57 KÍP ĐẾN TÔN THỜ</dc:title>
  <dc:creator>Phan Minh Vinh An; An Phan</dc:creator>
  <cp:lastModifiedBy>Phan Minh Vinh An</cp:lastModifiedBy>
  <cp:revision>2</cp:revision>
  <dcterms:created xsi:type="dcterms:W3CDTF">2018-01-24T23:55:50Z</dcterms:created>
  <dcterms:modified xsi:type="dcterms:W3CDTF">2018-11-03T07:04:32Z</dcterms:modified>
</cp:coreProperties>
</file>