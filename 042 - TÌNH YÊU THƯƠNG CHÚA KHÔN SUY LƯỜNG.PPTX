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60" r:id="rId2"/>
  </p:sldMasterIdLst>
  <p:sldIdLst>
    <p:sldId id="256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58" r:id="rId16"/>
    <p:sldId id="271" r:id="rId17"/>
    <p:sldId id="278" r:id="rId18"/>
    <p:sldId id="279" r:id="rId19"/>
    <p:sldId id="274" r:id="rId20"/>
    <p:sldId id="275" r:id="rId21"/>
    <p:sldId id="280" r:id="rId22"/>
    <p:sldId id="28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66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24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983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6501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329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070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2959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1650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4112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3049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658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838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10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07" y="922712"/>
            <a:ext cx="11606002" cy="4081549"/>
          </a:xfrm>
        </p:spPr>
        <p:txBody>
          <a:bodyPr/>
          <a:lstStyle/>
          <a:p>
            <a:r>
              <a:rPr lang="vi-VN" dirty="0"/>
              <a:t>Thánh Ca 42</a:t>
            </a:r>
            <a:br>
              <a:rPr lang="vi-VN" dirty="0"/>
            </a:br>
            <a:r>
              <a:rPr lang="vi-VN" dirty="0"/>
              <a:t>TÌNH YÊU THƯƠNG CHÚA</a:t>
            </a:r>
            <a:br>
              <a:rPr lang="vi-VN" dirty="0"/>
            </a:br>
            <a:r>
              <a:rPr lang="vi-VN" dirty="0"/>
              <a:t>KHÔN SUY LƯỜNG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Kìa</a:t>
            </a:r>
            <a:r>
              <a:rPr lang="vi-VN" dirty="0"/>
              <a:t>, tình yêu thương Chúa khôn suy lường. Dẫu người gian ác,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thương.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16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Ban một ơn cứu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giá cao phi thường,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ai nhận tin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thoát tử vương.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499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Cao quý thay!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Đức Chúa Trời tôi,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vì yêu thương </a:t>
            </a:r>
            <a:br>
              <a:rPr lang="vi-VN" dirty="0"/>
            </a:br>
            <a:r>
              <a:rPr lang="vi-VN" dirty="0"/>
              <a:t>chính thân tôi,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08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Sai Con quý yêu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xuống chốn tội lỗi,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chết thay trên thập tự rồi.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435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Giờ này tôi xưng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Đấng sống lại rồi.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Thuộc về tôi bởi đức tin.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199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Do sự hy sinh Chúa,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tôi sạch tội, tâm hồn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trong trắng tuyết in.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823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Cao quý thay!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Đức Chúa Trời tôi,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vì yêu thương chính </a:t>
            </a:r>
            <a:br>
              <a:rPr lang="vi-VN" dirty="0"/>
            </a:br>
            <a:r>
              <a:rPr lang="vi-VN" dirty="0"/>
              <a:t>thân tôi,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739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Sai Con quý yêu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xuống chốn tội lỗi,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chết thay trên thập tự rồi.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396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Vì tình yêu thương Thánh linh lâm trần.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Dạy mọi con cái của Cha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071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thoát tội căn, 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hưởng nghỉ ngơi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thập phần, </a:t>
            </a:r>
            <a:br>
              <a:rPr lang="vi-VN" dirty="0"/>
            </a:br>
            <a:r>
              <a:rPr lang="vi-VN" dirty="0"/>
              <a:t>duy nhờ tin danh Chúa ta.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629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Cao quý thay!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Đức Chúa Trời tôi,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vì yêu thương chính 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thân tôi,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341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Sai Con quý yêu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xuống chốn tội lỗi,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chết thay trên</a:t>
            </a:r>
            <a:r>
              <a:rPr lang="en-US" dirty="0"/>
              <a:t> </a:t>
            </a:r>
            <a:r>
              <a:rPr lang="vi-VN" dirty="0"/>
              <a:t>thập tự rồi.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004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Mọi người tin Chúa bước đi vui hoài. </a:t>
            </a:r>
            <a:r>
              <a:rPr lang="en-US" dirty="0"/>
              <a:t>Đ</a:t>
            </a:r>
            <a:r>
              <a:rPr lang="vi-VN" dirty="0"/>
              <a:t>ược đầy ơn phước Chúa ban.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928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Hân hạnh tiên hưởng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vĩnh sanh thiên đài. </a:t>
            </a:r>
            <a:br>
              <a:rPr lang="vi-VN" dirty="0"/>
            </a:br>
            <a:r>
              <a:rPr lang="vi-VN" dirty="0"/>
              <a:t>Ô, thật vui thú, vẻ vang!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117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Cao quý thay!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Đức Chúa Trời tôi,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vì yêu thương chính 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thân tôi,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298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Sai Con quý yêu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xuống chốn tội lỗi,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chết thay trên</a:t>
            </a:r>
            <a:r>
              <a:rPr lang="en-US" dirty="0"/>
              <a:t> </a:t>
            </a:r>
            <a:r>
              <a:rPr lang="vi-VN" dirty="0"/>
              <a:t>thập tự rồi.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689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5. Nầy người tân sinh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khải ca vang lừng,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giày đạp oai thế quỷ ma.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686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Do quyền năng Chúa chính khi ly trần, </a:t>
            </a:r>
            <a:br>
              <a:rPr lang="vi-VN" dirty="0"/>
            </a:br>
            <a:r>
              <a:rPr lang="vi-VN" dirty="0"/>
              <a:t>tử thần kinh khiếp lánh xa.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2528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Cao quý thay!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Đức Chúa Trời tôi,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vì yêu thương chính 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thân tôi,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298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Sai Con quý yêu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xuống chốn tội lỗi,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chết thay trên</a:t>
            </a:r>
            <a:r>
              <a:rPr lang="en-US" dirty="0"/>
              <a:t> </a:t>
            </a:r>
            <a:r>
              <a:rPr lang="vi-VN" dirty="0"/>
              <a:t>thập tự rồi.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689794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ppt/theme/theme2.xml><?xml version="1.0" encoding="utf-8"?>
<a:theme xmlns:a="http://schemas.openxmlformats.org/drawingml/2006/main" name="Presentation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ocument Themes.potx" id="{6A44481B-8EE0-4478-8270-5C7A3D7973D1}" vid="{BC5D5854-44EB-413B-9822-CB9A1AE0F1A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5</TotalTime>
  <Words>129</Words>
  <Application>Microsoft Office PowerPoint</Application>
  <PresentationFormat>Widescreen</PresentationFormat>
  <Paragraphs>21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faithstocks-template-powerpoint-001</vt:lpstr>
      <vt:lpstr>Presentation1</vt:lpstr>
      <vt:lpstr>Thánh Ca 42 TÌNH YÊU THƯƠNG CHÚA KHÔN SUY LƯỜNG</vt:lpstr>
      <vt:lpstr>1. Kìa, tình yêu thương Chúa khôn suy lường. Dẫu người gian ác, Chúa thương. </vt:lpstr>
      <vt:lpstr>Ban một ơn cứu giá cao phi thường, ai nhận tin thoát tử vương. </vt:lpstr>
      <vt:lpstr>Cao quý thay! Đức Chúa Trời tôi, vì yêu thương  chính thân tôi, </vt:lpstr>
      <vt:lpstr>Sai Con quý yêu xuống chốn tội lỗi, chết thay trên thập tự rồi.</vt:lpstr>
      <vt:lpstr>2. Giờ này tôi xưng Đấng sống lại rồi. Thuộc về tôi bởi đức tin. </vt:lpstr>
      <vt:lpstr>Do sự hy sinh Chúa, tôi sạch tội, tâm hồn trong trắng tuyết in. </vt:lpstr>
      <vt:lpstr>Cao quý thay! Đức Chúa Trời tôi, vì yêu thương chính  thân tôi, </vt:lpstr>
      <vt:lpstr>Sai Con quý yêu xuống chốn tội lỗi, chết thay trên thập tự rồi.</vt:lpstr>
      <vt:lpstr>3. Vì tình yêu thương Thánh linh lâm trần. Dạy mọi con cái của Cha</vt:lpstr>
      <vt:lpstr>thoát tội căn,  hưởng nghỉ ngơi thập phần,  duy nhờ tin danh Chúa ta. </vt:lpstr>
      <vt:lpstr>Cao quý thay! Đức Chúa Trời tôi, vì yêu thương chính  thân tôi, </vt:lpstr>
      <vt:lpstr>Sai Con quý yêu xuống chốn tội lỗi, chết thay trên thập tự rồi.</vt:lpstr>
      <vt:lpstr>4. Mọi người tin Chúa bước đi vui hoài. Được đầy ơn phước Chúa ban. </vt:lpstr>
      <vt:lpstr>Hân hạnh tiên hưởng vĩnh sanh thiên đài.  Ô, thật vui thú, vẻ vang! </vt:lpstr>
      <vt:lpstr>Cao quý thay! Đức Chúa Trời tôi, vì yêu thương chính  thân tôi, </vt:lpstr>
      <vt:lpstr>Sai Con quý yêu xuống chốn tội lỗi, chết thay trên thập tự rồi.</vt:lpstr>
      <vt:lpstr>5. Nầy người tân sinh khải ca vang lừng, giày đạp oai thế quỷ ma. </vt:lpstr>
      <vt:lpstr>Do quyền năng Chúa chính khi ly trần,  tử thần kinh khiếp lánh xa.</vt:lpstr>
      <vt:lpstr>Cao quý thay! Đức Chúa Trời tôi, vì yêu thương chính  thân tôi, </vt:lpstr>
      <vt:lpstr>Sai Con quý yêu xuống chốn tội lỗi, chết thay trên thập tự rồi.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42 Tình Yêu Thương Chúa Khôn Suy Lường</dc:title>
  <dc:creator>Phan Minh Vinh An; KIETTTSE62520</dc:creator>
  <cp:lastModifiedBy>An Phan</cp:lastModifiedBy>
  <cp:revision>5</cp:revision>
  <dcterms:created xsi:type="dcterms:W3CDTF">2018-01-24T05:50:26Z</dcterms:created>
  <dcterms:modified xsi:type="dcterms:W3CDTF">2018-11-08T04:07:53Z</dcterms:modified>
</cp:coreProperties>
</file>