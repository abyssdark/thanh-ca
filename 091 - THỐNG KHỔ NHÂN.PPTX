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28" d="100"/>
          <a:sy n="28" d="100"/>
        </p:scale>
        <p:origin x="-114" y="-7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91</a:t>
            </a:r>
          </a:p>
          <a:p>
            <a:r>
              <a:rPr lang="vi-VN" dirty="0" smtClean="0"/>
              <a:t>THỐNG KHỔ NHÂN</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Danh chi danh là “Thống khổ nhân”, danh con Thượng Đế xưa </a:t>
            </a:r>
            <a:r>
              <a:rPr lang="en-US" dirty="0" smtClean="0"/>
              <a:t/>
            </a:r>
            <a:br>
              <a:rPr lang="en-US" dirty="0" smtClean="0"/>
            </a:br>
            <a:r>
              <a:rPr lang="vi-VN" dirty="0" smtClean="0"/>
              <a:t>lâm trần.</a:t>
            </a:r>
            <a:endParaRPr lang="en-US" dirty="0"/>
          </a:p>
        </p:txBody>
      </p:sp>
    </p:spTree>
    <p:extLst>
      <p:ext uri="{BB962C8B-B14F-4D97-AF65-F5344CB8AC3E}">
        <p14:creationId xmlns:p14="http://schemas.microsoft.com/office/powerpoint/2010/main" val="266375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Thay tâm ô tội, rửa ác bẩn, lạ thay Cứu Chúa!</a:t>
            </a:r>
            <a:r>
              <a:rPr lang="en-US" dirty="0" smtClean="0"/>
              <a:t/>
            </a:r>
            <a:br>
              <a:rPr lang="en-US" dirty="0" smtClean="0"/>
            </a:br>
            <a:r>
              <a:rPr lang="vi-VN" dirty="0" smtClean="0"/>
              <a:t>Ha-lê-lu-gia!</a:t>
            </a:r>
            <a:endParaRPr lang="en-US" dirty="0"/>
          </a:p>
        </p:txBody>
      </p:sp>
    </p:spTree>
    <p:extLst>
      <p:ext uri="{BB962C8B-B14F-4D97-AF65-F5344CB8AC3E}">
        <p14:creationId xmlns:p14="http://schemas.microsoft.com/office/powerpoint/2010/main" val="534565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Thay tôi mang nhục nhã khổ thân, Jêsus chịu án mang tội trần;</a:t>
            </a:r>
            <a:endParaRPr lang="en-US" dirty="0"/>
          </a:p>
        </p:txBody>
      </p:sp>
    </p:spTree>
    <p:extLst>
      <p:ext uri="{BB962C8B-B14F-4D97-AF65-F5344CB8AC3E}">
        <p14:creationId xmlns:p14="http://schemas.microsoft.com/office/powerpoint/2010/main" val="507717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Ơn buông tha dùng huyết đóng ấn, lạ thay Cứu Chúa! Ha-lê-lu-gia!</a:t>
            </a:r>
            <a:endParaRPr lang="en-US" dirty="0"/>
          </a:p>
        </p:txBody>
      </p:sp>
    </p:spTree>
    <p:extLst>
      <p:ext uri="{BB962C8B-B14F-4D97-AF65-F5344CB8AC3E}">
        <p14:creationId xmlns:p14="http://schemas.microsoft.com/office/powerpoint/2010/main" val="1259605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Tôi sanh trong tội ác xấu xa, Chiên Con Trời thánh minh vô hà,</a:t>
            </a:r>
            <a:endParaRPr lang="en-US" dirty="0"/>
          </a:p>
        </p:txBody>
      </p:sp>
    </p:spTree>
    <p:extLst>
      <p:ext uri="{BB962C8B-B14F-4D97-AF65-F5344CB8AC3E}">
        <p14:creationId xmlns:p14="http://schemas.microsoft.com/office/powerpoint/2010/main" val="26426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Dâng hy sinh chuộc lỗi hết cả, lạ thay Cứu Chúa!</a:t>
            </a:r>
            <a:r>
              <a:rPr lang="en-US" dirty="0" smtClean="0"/>
              <a:t/>
            </a:r>
            <a:br>
              <a:rPr lang="en-US" dirty="0" smtClean="0"/>
            </a:br>
            <a:r>
              <a:rPr lang="vi-VN" dirty="0" smtClean="0"/>
              <a:t>Ha-lê-lu-gia!</a:t>
            </a:r>
            <a:endParaRPr lang="en-US" dirty="0"/>
          </a:p>
        </p:txBody>
      </p:sp>
    </p:spTree>
    <p:extLst>
      <p:ext uri="{BB962C8B-B14F-4D97-AF65-F5344CB8AC3E}">
        <p14:creationId xmlns:p14="http://schemas.microsoft.com/office/powerpoint/2010/main" val="381666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Xưa treo thân chịu chết thế tôi, trên thập tự Chúa kêu “xong rồi”,</a:t>
            </a:r>
            <a:endParaRPr lang="en-US" dirty="0"/>
          </a:p>
        </p:txBody>
      </p:sp>
    </p:spTree>
    <p:extLst>
      <p:ext uri="{BB962C8B-B14F-4D97-AF65-F5344CB8AC3E}">
        <p14:creationId xmlns:p14="http://schemas.microsoft.com/office/powerpoint/2010/main" val="3605639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Hôm nay trên thần quốc sáng chói, lạ thay Cứu Chúa! Ha-lê-lu-gia!</a:t>
            </a:r>
            <a:endParaRPr lang="en-US" dirty="0"/>
          </a:p>
        </p:txBody>
      </p:sp>
    </p:spTree>
    <p:extLst>
      <p:ext uri="{BB962C8B-B14F-4D97-AF65-F5344CB8AC3E}">
        <p14:creationId xmlns:p14="http://schemas.microsoft.com/office/powerpoint/2010/main" val="2193030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Khi Vua vinh diệu sẽ tái lai, đem dân Ngài </a:t>
            </a:r>
            <a:r>
              <a:rPr lang="vi-VN" dirty="0" smtClean="0"/>
              <a:t>thảy</a:t>
            </a:r>
            <a:r>
              <a:rPr lang="en-US" dirty="0" smtClean="0"/>
              <a:t/>
            </a:r>
            <a:br>
              <a:rPr lang="en-US" dirty="0" smtClean="0"/>
            </a:br>
            <a:r>
              <a:rPr lang="vi-VN" dirty="0" smtClean="0"/>
              <a:t>lên </a:t>
            </a:r>
            <a:r>
              <a:rPr lang="vi-VN" dirty="0" smtClean="0"/>
              <a:t>thiên đài,</a:t>
            </a:r>
            <a:endParaRPr lang="en-US" dirty="0"/>
          </a:p>
        </p:txBody>
      </p:sp>
    </p:spTree>
    <p:extLst>
      <p:ext uri="{BB962C8B-B14F-4D97-AF65-F5344CB8AC3E}">
        <p14:creationId xmlns:p14="http://schemas.microsoft.com/office/powerpoint/2010/main" val="825236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Dâng tân giai điệu hát chúc bái, lạ thay Cứu Chúa! Ha-lê-lu-gia!</a:t>
            </a:r>
            <a:endParaRPr lang="en-US" dirty="0"/>
          </a:p>
        </p:txBody>
      </p:sp>
    </p:spTree>
    <p:extLst>
      <p:ext uri="{BB962C8B-B14F-4D97-AF65-F5344CB8AC3E}">
        <p14:creationId xmlns:p14="http://schemas.microsoft.com/office/powerpoint/2010/main" val="3367876596"/>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162</Words>
  <Application>Microsoft Office PowerPoint</Application>
  <PresentationFormat>Custom</PresentationFormat>
  <Paragraphs>12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faithstocks-template-powerpoint-001</vt:lpstr>
      <vt:lpstr>Thánh Ca 91 THỐNG KHỔ NHÂN</vt:lpstr>
      <vt:lpstr>1. Danh chi danh là “Thống khổ nhân”, danh con Thượng Đế xưa  lâm trần.</vt:lpstr>
      <vt:lpstr>Thay tâm ô tội, rửa ác bẩn, lạ thay Cứu Chúa! Ha-lê-lu-gia!</vt:lpstr>
      <vt:lpstr>2. Thay tôi mang nhục nhã khổ thân, Jêsus chịu án mang tội trần;</vt:lpstr>
      <vt:lpstr>Ơn buông tha dùng huyết đóng ấn, lạ thay Cứu Chúa! Ha-lê-lu-gia!</vt:lpstr>
      <vt:lpstr>3. Tôi sanh trong tội ác xấu xa, Chiên Con Trời thánh minh vô hà,</vt:lpstr>
      <vt:lpstr>Dâng hy sinh chuộc lỗi hết cả, lạ thay Cứu Chúa! Ha-lê-lu-gia!</vt:lpstr>
      <vt:lpstr>4. Xưa treo thân chịu chết thế tôi, trên thập tự Chúa kêu “xong rồi”,</vt:lpstr>
      <vt:lpstr>Hôm nay trên thần quốc sáng chói, lạ thay Cứu Chúa! Ha-lê-lu-gia!</vt:lpstr>
      <vt:lpstr>5. Khi Vua vinh diệu sẽ tái lai, đem dân Ngài thảy lên thiên đài,</vt:lpstr>
      <vt:lpstr>Dâng tân giai điệu hát chúc bái, lạ thay Cứu Chúa! Ha-lê-lu-gia!</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091 - Thống Khổ Nhân   Thánh Ca 91 Thống Khổ Nhân  1. Danh chi danh là “Thống khổ nhân”, danh con Thượng Đế xưa lâm trần.   Thay tâm ô tội, rửa ác bẩn,  lạ thay Cứu Chúa!  Ha-lê-lu-gia!  2. Thay tôi mang nhục nhã khổ thân, Jêsus chịu án  mang tội trần;   Ơn buông tha dùng huyết đóng ấn, lạ thay Cứu Chúa! Ha-lê-lu-gia!  3. Tôi sanh trong tội ác xấu xa, Chiên Con Trời thánh minh vô hà,   Dâng hy sinh chuộc lỗi hết cả,  lạ thay Cứu Chúa!  Ha-lê-lu-gia!  Thánh Ca 91 Thống Khổ Nhân  4. Xưa treo thân chịu chết thế tôi, trên thập tự Chúa kêu “xong rồi”,   Hôm nay trên thần quốc sáng chói, lạ thay Cứu Chúa!  Ha-lê-lu-gia!  5. Khi Vua vinh diệu sẽ tái lai,  đem dân Ngài thảy lên thiên đài,   Dâng tân giai điệu hát chúc bái, lạ thay Cứu Chúa!  Ha-lê-lu-gia!</dc:title>
  <dc:creator>Phan Minh Vinh An; An Phan</dc:creator>
  <cp:lastModifiedBy>An Phan</cp:lastModifiedBy>
  <cp:revision>3</cp:revision>
  <dcterms:created xsi:type="dcterms:W3CDTF">2018-01-22T13:55:58Z</dcterms:created>
  <dcterms:modified xsi:type="dcterms:W3CDTF">2018-01-23T13:21:00Z</dcterms:modified>
</cp:coreProperties>
</file>