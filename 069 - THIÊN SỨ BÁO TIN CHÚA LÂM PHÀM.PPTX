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17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69</a:t>
            </a:r>
          </a:p>
          <a:p>
            <a:r>
              <a:rPr lang="vi-VN" dirty="0" smtClean="0"/>
              <a:t>THIÊN SỨ BÁO TIN</a:t>
            </a:r>
          </a:p>
          <a:p>
            <a:r>
              <a:rPr lang="vi-VN" dirty="0" smtClean="0"/>
              <a:t>CHÚA LÂM PHÀM</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Một thiên sứ đương đêm lặng canh thâm, báo cùng bọn chăn tin Chúa lâm phàm. </a:t>
            </a:r>
            <a:endParaRPr lang="en-US" dirty="0"/>
          </a:p>
        </p:txBody>
      </p:sp>
    </p:spTree>
    <p:extLst>
      <p:ext uri="{BB962C8B-B14F-4D97-AF65-F5344CB8AC3E}">
        <p14:creationId xmlns:p14="http://schemas.microsoft.com/office/powerpoint/2010/main" val="232050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Trong Giu-đa, thành Bết-lê-hem; chúng nghe xong, vội dời chân đến tầm, </a:t>
            </a:r>
            <a:endParaRPr lang="en-US" dirty="0"/>
          </a:p>
        </p:txBody>
      </p:sp>
    </p:spTree>
    <p:extLst>
      <p:ext uri="{BB962C8B-B14F-4D97-AF65-F5344CB8AC3E}">
        <p14:creationId xmlns:p14="http://schemas.microsoft.com/office/powerpoint/2010/main" val="1554479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Thấy Con Thánh tươi cười yên lặng nằm, Lời kia quả nghiệm thật không lầm.</a:t>
            </a:r>
            <a:endParaRPr lang="en-US" dirty="0"/>
          </a:p>
        </p:txBody>
      </p:sp>
    </p:spTree>
    <p:extLst>
      <p:ext uri="{BB962C8B-B14F-4D97-AF65-F5344CB8AC3E}">
        <p14:creationId xmlns:p14="http://schemas.microsoft.com/office/powerpoint/2010/main" val="310565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Nghìn vạn thiên thần ca giọng du dương, chúc Jêsus sinh vui vẻ </a:t>
            </a:r>
            <a:r>
              <a:rPr lang="en-US" dirty="0" smtClean="0"/>
              <a:t/>
            </a:r>
            <a:br>
              <a:rPr lang="en-US" dirty="0" smtClean="0"/>
            </a:br>
            <a:r>
              <a:rPr lang="vi-VN" dirty="0" smtClean="0"/>
              <a:t>lạ dường. </a:t>
            </a:r>
            <a:endParaRPr lang="en-US" dirty="0"/>
          </a:p>
        </p:txBody>
      </p:sp>
    </p:spTree>
    <p:extLst>
      <p:ext uri="{BB962C8B-B14F-4D97-AF65-F5344CB8AC3E}">
        <p14:creationId xmlns:p14="http://schemas.microsoft.com/office/powerpoint/2010/main" val="1434015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Ca hòa nhau vận điệu tôn vương, tán dương danh Ngài rạng trên </a:t>
            </a:r>
            <a:r>
              <a:rPr lang="en-US" dirty="0" smtClean="0"/>
              <a:t/>
            </a:r>
            <a:br>
              <a:rPr lang="en-US" dirty="0" smtClean="0"/>
            </a:br>
            <a:r>
              <a:rPr lang="vi-VN" dirty="0" smtClean="0"/>
              <a:t>thiên đường, </a:t>
            </a:r>
            <a:endParaRPr lang="en-US" dirty="0"/>
          </a:p>
        </p:txBody>
      </p:sp>
    </p:spTree>
    <p:extLst>
      <p:ext uri="{BB962C8B-B14F-4D97-AF65-F5344CB8AC3E}">
        <p14:creationId xmlns:p14="http://schemas.microsoft.com/office/powerpoint/2010/main" val="241956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Thế nhân hưởng ơn nghìn thu miên trường, từ nay cả địa cầu an khương.</a:t>
            </a:r>
            <a:endParaRPr lang="en-US" dirty="0"/>
          </a:p>
        </p:txBody>
      </p:sp>
    </p:spTree>
    <p:extLst>
      <p:ext uri="{BB962C8B-B14F-4D97-AF65-F5344CB8AC3E}">
        <p14:creationId xmlns:p14="http://schemas.microsoft.com/office/powerpoint/2010/main" val="189543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Vì tội nhân loại nên Ngài hy sinh, chỗ thập tự, ôi trông thấy ghê mình;</a:t>
            </a:r>
            <a:endParaRPr lang="en-US" dirty="0"/>
          </a:p>
        </p:txBody>
      </p:sp>
    </p:spTree>
    <p:extLst>
      <p:ext uri="{BB962C8B-B14F-4D97-AF65-F5344CB8AC3E}">
        <p14:creationId xmlns:p14="http://schemas.microsoft.com/office/powerpoint/2010/main" val="8909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Chân và tay đều bị đóng đinh, giáo đâm hông, đầu bị gai khổ tình, </a:t>
            </a:r>
            <a:endParaRPr lang="en-US" dirty="0"/>
          </a:p>
        </p:txBody>
      </p:sp>
    </p:spTree>
    <p:extLst>
      <p:ext uri="{BB962C8B-B14F-4D97-AF65-F5344CB8AC3E}">
        <p14:creationId xmlns:p14="http://schemas.microsoft.com/office/powerpoint/2010/main" val="1928287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Cớ sao chính Con Trời nay chịu hình? Vì tâm huyết thương người </a:t>
            </a:r>
            <a:r>
              <a:rPr lang="en-US" dirty="0" smtClean="0"/>
              <a:t/>
            </a:r>
            <a:br>
              <a:rPr lang="en-US" dirty="0" smtClean="0"/>
            </a:br>
            <a:r>
              <a:rPr lang="vi-VN" dirty="0" smtClean="0"/>
              <a:t>nhiệt thành.</a:t>
            </a:r>
            <a:endParaRPr lang="en-US" dirty="0"/>
          </a:p>
        </p:txBody>
      </p:sp>
    </p:spTree>
    <p:extLst>
      <p:ext uri="{BB962C8B-B14F-4D97-AF65-F5344CB8AC3E}">
        <p14:creationId xmlns:p14="http://schemas.microsoft.com/office/powerpoint/2010/main" val="350476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Địa hạ có một, thiên thượng không hai, huyết chuộc tội, ban ơn </a:t>
            </a:r>
            <a:r>
              <a:rPr lang="en-US" dirty="0" smtClean="0"/>
              <a:t/>
            </a:r>
            <a:br>
              <a:rPr lang="en-US" dirty="0" smtClean="0"/>
            </a:br>
            <a:r>
              <a:rPr lang="vi-VN" dirty="0" smtClean="0"/>
              <a:t>cứu lâu dài. </a:t>
            </a:r>
            <a:endParaRPr lang="en-US" dirty="0"/>
          </a:p>
        </p:txBody>
      </p:sp>
    </p:spTree>
    <p:extLst>
      <p:ext uri="{BB962C8B-B14F-4D97-AF65-F5344CB8AC3E}">
        <p14:creationId xmlns:p14="http://schemas.microsoft.com/office/powerpoint/2010/main" val="3754142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Tâm hồn tôi gội sạch khoan thai, quyết rao Tin Lành mọi nơi Chúa sai.</a:t>
            </a:r>
            <a:endParaRPr lang="en-US" dirty="0"/>
          </a:p>
        </p:txBody>
      </p:sp>
    </p:spTree>
    <p:extLst>
      <p:ext uri="{BB962C8B-B14F-4D97-AF65-F5344CB8AC3E}">
        <p14:creationId xmlns:p14="http://schemas.microsoft.com/office/powerpoint/2010/main" val="742382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Giống thiên sứ xưa truyền tin nầy hoài, cùng nhau xướng ca rập một bài.</a:t>
            </a:r>
            <a:endParaRPr lang="en-US" dirty="0"/>
          </a:p>
        </p:txBody>
      </p:sp>
    </p:spTree>
    <p:extLst>
      <p:ext uri="{BB962C8B-B14F-4D97-AF65-F5344CB8AC3E}">
        <p14:creationId xmlns:p14="http://schemas.microsoft.com/office/powerpoint/2010/main" val="885861968"/>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215</Words>
  <Application>Microsoft Office PowerPoint</Application>
  <PresentationFormat>Custom</PresentationFormat>
  <Paragraphs>15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69 THIÊN SỨ BÁO TIN CHÚA LÂM PHÀM</vt:lpstr>
      <vt:lpstr>1. Một thiên sứ đương đêm lặng canh thâm, báo cùng bọn chăn tin Chúa lâm phàm. </vt:lpstr>
      <vt:lpstr>Trong Giu-đa, thành Bết-lê-hem; chúng nghe xong, vội dời chân đến tầm, </vt:lpstr>
      <vt:lpstr>Thấy Con Thánh tươi cười yên lặng nằm, Lời kia quả nghiệm thật không lầm.</vt:lpstr>
      <vt:lpstr>2. Nghìn vạn thiên thần ca giọng du dương, chúc Jêsus sinh vui vẻ  lạ dường. </vt:lpstr>
      <vt:lpstr>Ca hòa nhau vận điệu tôn vương, tán dương danh Ngài rạng trên  thiên đường, </vt:lpstr>
      <vt:lpstr>Thế nhân hưởng ơn nghìn thu miên trường, từ nay cả địa cầu an khương.</vt:lpstr>
      <vt:lpstr>3. Vì tội nhân loại nên Ngài hy sinh, chỗ thập tự, ôi trông thấy ghê mình;</vt:lpstr>
      <vt:lpstr>Chân và tay đều bị đóng đinh, giáo đâm hông, đầu bị gai khổ tình, </vt:lpstr>
      <vt:lpstr>Cớ sao chính Con Trời nay chịu hình? Vì tâm huyết thương người  nhiệt thành.</vt:lpstr>
      <vt:lpstr>4. Địa hạ có một, thiên thượng không hai, huyết chuộc tội, ban ơn  cứu lâu dài. </vt:lpstr>
      <vt:lpstr>Tâm hồn tôi gội sạch khoan thai, quyết rao Tin Lành mọi nơi Chúa sai.</vt:lpstr>
      <vt:lpstr>Giống thiên sứ xưa truyền tin nầy hoài, cùng nhau xướng ca rập một bài.</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069 - Thiên Sứ Báo Tin Chúa Lâm Phàm   Thánh Ca 69 Thiên Sứ Báo Tin Chúa Lâm Phàm  1. Một thiên sứ đương đêm lặng canh thâm, báo cùng bọn chăn tin Chúa lâm phàm.   Trong Giu-đa, thành Bết-lê-hem; chúng nghe xong, vội dời chân đến tầm,   Thấy Con Thánh tươi cười yên lặng nằm, Lời kia quả nghiệm thật không lầm.  2. Nghìn vạn thiên thần ca giọng du dương, chúc Jêsus sinh vui vẻ lạ dường.   Ca hòa nhau vận điệu tôn vương, tán dương danh Ngài rạng trên thiên đường,   Thế nhân hưởng ơn nghìn thu miên trường, từ nay cả địa cầu an khương.  3. Vì tội nhân loại nên Ngài hy sinh, chỗ thập tự, ôi trông thấy ghê mình;  Chân và tay đều bị đóng đinh, giáo đâm hông, đầu bị gai khổ tình,   Cớ sao chính Con Trời nay chịu hình? Vì tâm huyết thương người nhiệt thành.  4. Địa hạ có một, thiên thượng không hai, huyết chuộc tội, ban ơn cứu lâu dài.   Tâm hồn tôi gội sạch khoan thai, quyết rao Tin Lành mọi nơi Chúa sai.   Giống thiên sứ xưa truyền tin nầy hoài, cùng nhau xướng ca rập một bài.</dc:title>
  <dc:creator>Phan Minh Vinh An; An Phan</dc:creator>
  <cp:lastModifiedBy>An Phan</cp:lastModifiedBy>
  <cp:revision>2</cp:revision>
  <dcterms:created xsi:type="dcterms:W3CDTF">2018-01-21T23:17:00Z</dcterms:created>
  <dcterms:modified xsi:type="dcterms:W3CDTF">2018-01-21T23:18:51Z</dcterms:modified>
</cp:coreProperties>
</file>