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9" r:id="rId4"/>
    <p:sldId id="260" r:id="rId5"/>
    <p:sldId id="262" r:id="rId6"/>
    <p:sldId id="263" r:id="rId7"/>
    <p:sldId id="264" r:id="rId8"/>
    <p:sldId id="265" r:id="rId9"/>
    <p:sldId id="281" r:id="rId10"/>
    <p:sldId id="282" r:id="rId11"/>
    <p:sldId id="268" r:id="rId12"/>
    <p:sldId id="269" r:id="rId13"/>
    <p:sldId id="283" r:id="rId14"/>
    <p:sldId id="284" r:id="rId15"/>
    <p:sldId id="272" r:id="rId16"/>
    <p:sldId id="273" r:id="rId17"/>
    <p:sldId id="285" r:id="rId18"/>
    <p:sldId id="286" r:id="rId19"/>
    <p:sldId id="276" r:id="rId20"/>
    <p:sldId id="277" r:id="rId21"/>
    <p:sldId id="287" r:id="rId22"/>
    <p:sldId id="2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20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249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01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936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614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04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9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7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545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77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0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21</a:t>
            </a:r>
            <a:br>
              <a:rPr lang="en-US" dirty="0"/>
            </a:br>
            <a:r>
              <a:rPr lang="en-US" dirty="0"/>
              <a:t>CỨU CHÚA SIÊU VIỆT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Jêsus</a:t>
            </a:r>
            <a:r>
              <a:rPr lang="vi-VN" dirty="0"/>
              <a:t>, bạn thiết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của muôn tội nhân,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 yêu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ngàn muôn phần.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9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Bè bạn lừa tôi, ác nhân phục quanh, Chúa giữ tôi luôn được vẹn lành.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773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Chúa siêu việt</a:t>
            </a:r>
            <a:r>
              <a:rPr lang="en-US" dirty="0"/>
              <a:t>;</a:t>
            </a:r>
            <a:br>
              <a:rPr lang="en-US" dirty="0"/>
            </a:br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Chúa, bạn thiệt.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1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Cứu rỗi, giúp đỡ,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chẳng rời, Jêsus ở bên tôi trọn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3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Jêsus, hằng nâng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kẻ suy nhược nay,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suốt nhứt sinh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nguyện nương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4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Hồi cơn rèn luyện,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thử thách sầu cay,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thắng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ban linh lực tôi rày.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2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Chúa siêu việt</a:t>
            </a:r>
            <a:r>
              <a:rPr lang="en-US" dirty="0"/>
              <a:t>;</a:t>
            </a:r>
            <a:br>
              <a:rPr lang="en-US" dirty="0"/>
            </a:br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Chúa, bạn thiệt.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Cứu rỗi, giúp đỡ,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chẳng rời, Jêsus ở bên tôi trọn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71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Jêsus, nguồn an ủi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sầu tâm,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giúp tôi khi ba đào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vang ầm.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79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Dầu khi lòng tan vỡ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muôn sầu sanh,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Chúa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rịt lành.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496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Chúa siêu việt</a:t>
            </a:r>
            <a:r>
              <a:rPr lang="en-US" dirty="0"/>
              <a:t>;</a:t>
            </a:r>
            <a:br>
              <a:rPr lang="en-US" dirty="0"/>
            </a:br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Chúa, bạn thiệt.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Cứu rỗi, giúp đỡ,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chẳng rời, Jêsus ở bên tôi trọn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71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Jêsus, Ngài dẫn dắt, đưa đường tôi, ở giữa cơn ba đào dập dồi.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23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Nhờ tay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lái</a:t>
            </a:r>
            <a:r>
              <a:rPr lang="en-US" dirty="0"/>
              <a:t> </a:t>
            </a:r>
            <a:r>
              <a:rPr lang="vi-VN" dirty="0"/>
              <a:t>con thuyền đây,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khỏi tố giông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đêm mù mịt nầy.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63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Ha-lê-lu-gia!</a:t>
            </a:r>
            <a:r>
              <a:rPr lang="en-US"/>
              <a:t/>
            </a:r>
            <a:br>
              <a:rPr lang="en-US"/>
            </a:br>
            <a:r>
              <a:rPr lang="vi-VN"/>
              <a:t>Cứu Chúa siêu việt</a:t>
            </a:r>
            <a:r>
              <a:rPr lang="en-US"/>
              <a:t>;</a:t>
            </a:r>
            <a:br>
              <a:rPr lang="en-US"/>
            </a:br>
            <a:r>
              <a:rPr lang="vi-VN"/>
              <a:t>Ha-lê-lu-gia!</a:t>
            </a:r>
            <a:r>
              <a:rPr lang="en-US"/>
              <a:t/>
            </a:r>
            <a:br>
              <a:rPr lang="en-US"/>
            </a:br>
            <a:r>
              <a:rPr lang="vi-VN"/>
              <a:t>Chúa, bạn thiệt.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2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Cứu rỗi, giúp đỡ,</a:t>
            </a:r>
            <a:r>
              <a:rPr lang="en-US"/>
              <a:t/>
            </a:r>
            <a:br>
              <a:rPr lang="en-US"/>
            </a:br>
            <a:r>
              <a:rPr lang="vi-VN"/>
              <a:t>yêu thương chẳng rời, Jêsus ở bên tôi trọn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71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Jêsus, giờ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tiếp nghinh Ngài đây, chính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nơi tôi nhận ơn đầy;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117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Thật tôi nhờ ơn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Christ tha tội nay,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Christ của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thuộc Christ rày.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613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Chúa siêu việt</a:t>
            </a:r>
            <a:r>
              <a:rPr lang="en-US" dirty="0"/>
              <a:t>;</a:t>
            </a:r>
            <a:br>
              <a:rPr lang="en-US" dirty="0"/>
            </a:br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Chúa, bạn thiệt.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2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Cứu rỗi, giúp đỡ,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chẳng rời, Jêsus ở bên tôi trọn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71630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123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faithstocks-template-powerpoint-001</vt:lpstr>
      <vt:lpstr>Presentation1</vt:lpstr>
      <vt:lpstr>Thánh Ca 21 CỨU CHÚA SIÊU VIỆT</vt:lpstr>
      <vt:lpstr>1. Jêsus, bạn thiết của muôn tội nhân, Jêsus yêu tôi ngàn muôn phần. </vt:lpstr>
      <vt:lpstr>Bè bạn lừa tôi, ác nhân phục quanh, Chúa giữ tôi luôn được vẹn lành. </vt:lpstr>
      <vt:lpstr>Ha-lê-lu-gia! Cứu Chúa siêu việt; Ha-lê-lu-gia! Chúa, bạn thiệt. </vt:lpstr>
      <vt:lpstr>Cứu rỗi, giúp đỡ, yêu thương chẳng rời, Jêsus ở bên tôi trọn đời. </vt:lpstr>
      <vt:lpstr>2. Jêsus, hằng nâng kẻ suy nhược nay, suốt nhứt sinh  tôi nguyện nương Ngài. </vt:lpstr>
      <vt:lpstr>Hồi cơn rèn luyện, thử thách sầu cay, Chúa thắng ban linh lực tôi rày. </vt:lpstr>
      <vt:lpstr>Ha-lê-lu-gia! Cứu Chúa siêu việt; Ha-lê-lu-gia! Chúa, bạn thiệt. </vt:lpstr>
      <vt:lpstr>Cứu rỗi, giúp đỡ, yêu thương chẳng rời, Jêsus ở bên tôi trọn đời. </vt:lpstr>
      <vt:lpstr>3. Jêsus, nguồn an ủi bao sầu tâm, giúp tôi khi ba đào vang ầm. </vt:lpstr>
      <vt:lpstr>Dầu khi lòng tan vỡ muôn sầu sanh, Cứu Chúa Jêsus Ngài rịt lành. </vt:lpstr>
      <vt:lpstr>Ha-lê-lu-gia! Cứu Chúa siêu việt; Ha-lê-lu-gia! Chúa, bạn thiệt. </vt:lpstr>
      <vt:lpstr>Cứu rỗi, giúp đỡ, yêu thương chẳng rời, Jêsus ở bên tôi trọn đời. </vt:lpstr>
      <vt:lpstr>4. Jêsus, Ngài dẫn dắt, đưa đường tôi, ở giữa cơn ba đào dập dồi. </vt:lpstr>
      <vt:lpstr>Nhờ tay Jêsus lái con thuyền đây, khỏi tố giông đêm mù mịt nầy.</vt:lpstr>
      <vt:lpstr>Ha-lê-lu-gia! Cứu Chúa siêu việt; Ha-lê-lu-gia! Chúa, bạn thiệt. </vt:lpstr>
      <vt:lpstr>Cứu rỗi, giúp đỡ, yêu thương chẳng rời, Jêsus ở bên tôi trọn đời. </vt:lpstr>
      <vt:lpstr>5. Jêsus, giờ tôi tiếp nghinh Ngài đây, chính Chúa nơi tôi nhận ơn đầy; </vt:lpstr>
      <vt:lpstr>Thật tôi nhờ ơn Christ tha tội nay, Christ của tôi, tôi thuộc Christ rày.</vt:lpstr>
      <vt:lpstr>Ha-lê-lu-gia! Cứu Chúa siêu việt; Ha-lê-lu-gia! Chúa, bạn thiệt. </vt:lpstr>
      <vt:lpstr>Cứu rỗi, giúp đỡ, yêu thương chẳng rời, Jêsus ở bên tôi trọn đời.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21 Cứu Chúa Siêu Việt</dc:title>
  <dc:creator>Phan Minh Vinh An; KIETTTSE62520</dc:creator>
  <cp:lastModifiedBy>An Phan</cp:lastModifiedBy>
  <cp:revision>5</cp:revision>
  <dcterms:created xsi:type="dcterms:W3CDTF">2018-01-22T16:38:28Z</dcterms:created>
  <dcterms:modified xsi:type="dcterms:W3CDTF">2018-11-08T04:11:41Z</dcterms:modified>
</cp:coreProperties>
</file>