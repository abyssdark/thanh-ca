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59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3" autoAdjust="0"/>
    <p:restoredTop sz="94660" autoAdjust="0"/>
  </p:normalViewPr>
  <p:slideViewPr>
    <p:cSldViewPr snapToGrid="0">
      <p:cViewPr varScale="1">
        <p:scale>
          <a:sx n="77" d="100"/>
          <a:sy n="77" d="100"/>
        </p:scale>
        <p:origin x="642" y="13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42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255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2789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D7B5080-280C-457F-B1C3-02181A2D07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2877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9100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A9F4E50-46AD-43BB-99B5-F85C751628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8958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7197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B837F48-D0D6-45AC-A273-00953E86AE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7626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8216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2F8712E-8F83-406E-BBED-051BEA9949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1120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751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027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54" r:id="rId2"/>
    <p:sldLayoutId id="2147483756" r:id="rId3"/>
    <p:sldLayoutId id="2147483743" r:id="rId4"/>
    <p:sldLayoutId id="2147483745" r:id="rId5"/>
    <p:sldLayoutId id="2147483757" r:id="rId6"/>
    <p:sldLayoutId id="2147483752" r:id="rId7"/>
    <p:sldLayoutId id="2147483758" r:id="rId8"/>
    <p:sldLayoutId id="2147483753" r:id="rId9"/>
    <p:sldLayoutId id="2147483759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9D7E4520-1441-4995-9C47-D3BAA68D3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Thánh Ca 29</a:t>
            </a:r>
            <a:br>
              <a:rPr lang="vi-VN" dirty="0"/>
            </a:br>
            <a:r>
              <a:rPr lang="vi-VN" dirty="0"/>
              <a:t>BÁNH TRƯỜNG SANH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4646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1. </a:t>
            </a:r>
            <a:r>
              <a:rPr lang="vi-VN" smtClean="0"/>
              <a:t>Bánh </a:t>
            </a:r>
            <a:r>
              <a:rPr lang="vi-VN" dirty="0"/>
              <a:t>trường sanh xin cấp phân, Jêsus chí nhân; Như đời xưa nơi hải tân cấp dưỡng chúng dân.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59783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Lòng tôi mong ước gặp Ngài tại trang Kinh Thánh; Vĩnh sanh Đạo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nguyện soi đoái,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chứng tâm chí thành.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056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2. Lẽ thật xin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Christ</a:t>
            </a:r>
            <a:r>
              <a:rPr lang="en-US" dirty="0"/>
              <a:t> </a:t>
            </a:r>
            <a:r>
              <a:rPr lang="vi-VN" dirty="0"/>
              <a:t>chí thân, chúc đầy phước ân. Như hồi xưa năm bánh dâng,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chúc phước cấp phân.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56517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Nhờ đây thoát ách nô lệ, xiềng xích tiêu biến.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Chính tôi an bình vui vẻ, dư dật thỏa nguyền.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7506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3. Chính mình Jêsus Chúa ôi, Bánh hằng sống tôi;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Lẽ thật duy Kinh Thánh thôi đã cứu rỗi tôi;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59905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Nguyền nuôi tôi sống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yên lành, hồn thân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khoan khoái; giúp tôi yêu Đạo chân chánh, 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ái nhân chính Ngài.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28964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4. Tôi nguyện Jêsus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vĩnh sinh ban đầy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Thánh Linh;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xin Ngài cho tôi mắt tinh,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am hiểu Thánh Kinh.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539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Đạo huyền vi mỗi trang đầy, nguyền cho tôi thấy; Ngắm xem Jêsus đẹp bấy ở Kinh Thánh nầy.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7472931"/>
      </p:ext>
    </p:extLst>
  </p:cSld>
  <p:clrMapOvr>
    <a:masterClrMapping/>
  </p:clrMapOvr>
</p:sld>
</file>

<file path=ppt/theme/theme1.xml><?xml version="1.0" encoding="utf-8"?>
<a:theme xmlns:a="http://schemas.openxmlformats.org/drawingml/2006/main" name="faithstocks-template-powerpoint-00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F5C834B2-4A3E-49F7-9EB5-908E626B4A0E}" vid="{6886AF0C-C0C5-4004-8430-67B367CF969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faithstocks-template-powerpoint-001</Template>
  <TotalTime>2</TotalTime>
  <Words>102</Words>
  <Application>Microsoft Office PowerPoint</Application>
  <PresentationFormat>Widescreen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Arial</vt:lpstr>
      <vt:lpstr>faithstocks-template-powerpoint-001</vt:lpstr>
      <vt:lpstr>Thánh Ca 29 BÁNH TRƯỜNG SANH</vt:lpstr>
      <vt:lpstr>1. Bánh trường sanh xin cấp phân, Jêsus chí nhân; Như đời xưa nơi hải tân cấp dưỡng chúng dân. </vt:lpstr>
      <vt:lpstr>Lòng tôi mong ước gặp Ngài tại trang Kinh Thánh; Vĩnh sanh Đạo nguyện soi đoái, chứng tâm chí thành.</vt:lpstr>
      <vt:lpstr>2. Lẽ thật xin Christ chí thân, chúc đầy phước ân. Như hồi xưa năm bánh dâng, chúc phước cấp phân. </vt:lpstr>
      <vt:lpstr>Nhờ đây thoát ách nô lệ, xiềng xích tiêu biến. Chính tôi an bình vui vẻ, dư dật thỏa nguyền.</vt:lpstr>
      <vt:lpstr>3. Chính mình Jêsus Chúa ôi, Bánh hằng sống tôi; Lẽ thật duy Kinh Thánh thôi đã cứu rỗi tôi; </vt:lpstr>
      <vt:lpstr>Nguyền nuôi tôi sống yên lành, hồn thân khoan khoái; giúp tôi yêu Đạo chân chánh,  ái nhân chính Ngài.</vt:lpstr>
      <vt:lpstr>4. Tôi nguyện Jêsus vĩnh sinh ban đầy Thánh Linh; xin Ngài cho tôi mắt tinh, am hiểu Thánh Kinh. </vt:lpstr>
      <vt:lpstr>Đạo huyền vi mỗi trang đầy, nguyền cho tôi thấy; Ngắm xem Jêsus đẹp bấy ở Kinh Thánh nầy.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Thánh Ca 29 Bánh Trường Sanh</dc:title>
  <dc:creator>Phan Minh Vinh An; KIETTTSE62520</dc:creator>
  <cp:lastModifiedBy>An Phan</cp:lastModifiedBy>
  <cp:revision>4</cp:revision>
  <dcterms:created xsi:type="dcterms:W3CDTF">2018-01-24T05:20:42Z</dcterms:created>
  <dcterms:modified xsi:type="dcterms:W3CDTF">2018-11-08T04:11:12Z</dcterms:modified>
</cp:coreProperties>
</file>