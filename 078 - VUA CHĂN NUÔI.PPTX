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59" autoAdjust="0"/>
    <p:restoredTop sz="86477" autoAdjust="0"/>
  </p:normalViewPr>
  <p:slideViewPr>
    <p:cSldViewPr snapToGrid="0">
      <p:cViewPr varScale="1">
        <p:scale>
          <a:sx n="59" d="100"/>
          <a:sy n="59" d="100"/>
        </p:scale>
        <p:origin x="-258" y="-90"/>
      </p:cViewPr>
      <p:guideLst>
        <p:guide orient="horz" pos="2160"/>
        <p:guide pos="3840"/>
      </p:guideLst>
    </p:cSldViewPr>
  </p:slideViewPr>
  <p:outlineViewPr>
    <p:cViewPr>
      <p:scale>
        <a:sx n="33" d="100"/>
        <a:sy n="33" d="100"/>
      </p:scale>
      <p:origin x="0" y="2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xmlns=""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xmlns=""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78</a:t>
            </a:r>
          </a:p>
          <a:p>
            <a:r>
              <a:rPr lang="vi-VN" dirty="0" smtClean="0"/>
              <a:t>VUA CHĂN NUÔI</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Vua chí nhân, luôn chăm tôi hoài, lòng thành Ngài vạn niên bất di;  </a:t>
            </a:r>
            <a:endParaRPr lang="en-US" dirty="0"/>
          </a:p>
        </p:txBody>
      </p:sp>
    </p:spTree>
    <p:extLst>
      <p:ext uri="{BB962C8B-B14F-4D97-AF65-F5344CB8AC3E}">
        <p14:creationId xmlns:p14="http://schemas.microsoft.com/office/powerpoint/2010/main" val="32374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Nếu tôi thuộc Vua, Vua thuộc tôi nay, quả thật đời tôi không thiếu chi.</a:t>
            </a:r>
            <a:endParaRPr lang="en-US" dirty="0"/>
          </a:p>
        </p:txBody>
      </p:sp>
    </p:spTree>
    <p:extLst>
      <p:ext uri="{BB962C8B-B14F-4D97-AF65-F5344CB8AC3E}">
        <p14:creationId xmlns:p14="http://schemas.microsoft.com/office/powerpoint/2010/main" val="2769397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Nay Chúa dắt đưa tôi luôn an lành gần dòng trường sinh yên tĩnh thay, </a:t>
            </a:r>
            <a:endParaRPr lang="en-US" dirty="0"/>
          </a:p>
        </p:txBody>
      </p:sp>
    </p:spTree>
    <p:extLst>
      <p:ext uri="{BB962C8B-B14F-4D97-AF65-F5344CB8AC3E}">
        <p14:creationId xmlns:p14="http://schemas.microsoft.com/office/powerpoint/2010/main" val="393742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Cỏ tươi ngọt ngon kia trong đồng xanh, là nguồn linh lương vui thỏa nay.</a:t>
            </a:r>
            <a:endParaRPr lang="en-US" dirty="0"/>
          </a:p>
        </p:txBody>
      </p:sp>
    </p:spTree>
    <p:extLst>
      <p:ext uri="{BB962C8B-B14F-4D97-AF65-F5344CB8AC3E}">
        <p14:creationId xmlns:p14="http://schemas.microsoft.com/office/powerpoint/2010/main" val="137394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Tuy lắm lúc tôi ngây ngô sai đàng, mà Ngài đầy từ bi kiếm tôi.</a:t>
            </a:r>
            <a:endParaRPr lang="en-US" dirty="0"/>
          </a:p>
        </p:txBody>
      </p:sp>
    </p:spTree>
    <p:extLst>
      <p:ext uri="{BB962C8B-B14F-4D97-AF65-F5344CB8AC3E}">
        <p14:creationId xmlns:p14="http://schemas.microsoft.com/office/powerpoint/2010/main" val="2648129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Vác tôi lên vai yêu thương, hân hoan về nhà ngày đêm vui chẳng thôi.</a:t>
            </a:r>
            <a:endParaRPr lang="en-US" dirty="0"/>
          </a:p>
        </p:txBody>
      </p:sp>
    </p:spTree>
    <p:extLst>
      <p:ext uri="{BB962C8B-B14F-4D97-AF65-F5344CB8AC3E}">
        <p14:creationId xmlns:p14="http://schemas.microsoft.com/office/powerpoint/2010/main" val="1032063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Trong trũng bóng chết tôi không kinh hoàng, vì kìa, Jêsus đang đứng bên;</a:t>
            </a:r>
            <a:endParaRPr lang="en-US" dirty="0"/>
          </a:p>
        </p:txBody>
      </p:sp>
    </p:spTree>
    <p:extLst>
      <p:ext uri="{BB962C8B-B14F-4D97-AF65-F5344CB8AC3E}">
        <p14:creationId xmlns:p14="http://schemas.microsoft.com/office/powerpoint/2010/main" val="1990017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Có thập tự Chúa dẫn đưa bình an, roi, gậy hằng khuyên lơn, ủy an.</a:t>
            </a:r>
            <a:endParaRPr lang="en-US" dirty="0"/>
          </a:p>
        </p:txBody>
      </p:sp>
    </p:spTree>
    <p:extLst>
      <p:ext uri="{BB962C8B-B14F-4D97-AF65-F5344CB8AC3E}">
        <p14:creationId xmlns:p14="http://schemas.microsoft.com/office/powerpoint/2010/main" val="2915245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5. Jêsus thiết diên cho tôi trang hoàng, và dùng dầu hồng ân xức tôi;</a:t>
            </a:r>
            <a:endParaRPr lang="en-US" dirty="0"/>
          </a:p>
        </p:txBody>
      </p:sp>
    </p:spTree>
    <p:extLst>
      <p:ext uri="{BB962C8B-B14F-4D97-AF65-F5344CB8AC3E}">
        <p14:creationId xmlns:p14="http://schemas.microsoft.com/office/powerpoint/2010/main" val="3248032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Chén vui mừng thánh khiết do Ngài ban, ngập đầy lòng tôi khôn tả thôi.</a:t>
            </a:r>
            <a:endParaRPr lang="en-US" dirty="0"/>
          </a:p>
        </p:txBody>
      </p:sp>
    </p:spTree>
    <p:extLst>
      <p:ext uri="{BB962C8B-B14F-4D97-AF65-F5344CB8AC3E}">
        <p14:creationId xmlns:p14="http://schemas.microsoft.com/office/powerpoint/2010/main" val="246104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6. Nên suốt nhất sinh tôi vui chi tày, lòng Ngài từ bi không đổi thay;</a:t>
            </a:r>
            <a:endParaRPr lang="en-US" dirty="0"/>
          </a:p>
        </p:txBody>
      </p:sp>
    </p:spTree>
    <p:extLst>
      <p:ext uri="{BB962C8B-B14F-4D97-AF65-F5344CB8AC3E}">
        <p14:creationId xmlns:p14="http://schemas.microsoft.com/office/powerpoint/2010/main" val="3099164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Hỡi Đấng chăn chiên khoan nhân, từ nay tại nhà Ngài tôi luôn ở đây.</a:t>
            </a:r>
            <a:endParaRPr lang="en-US" dirty="0"/>
          </a:p>
        </p:txBody>
      </p:sp>
    </p:spTree>
    <p:extLst>
      <p:ext uri="{BB962C8B-B14F-4D97-AF65-F5344CB8AC3E}">
        <p14:creationId xmlns:p14="http://schemas.microsoft.com/office/powerpoint/2010/main" val="446506434"/>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1</TotalTime>
  <Words>223</Words>
  <Application>Microsoft Office PowerPoint</Application>
  <PresentationFormat>Custom</PresentationFormat>
  <Paragraphs>14</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faithstocks-template-powerpoint-001</vt:lpstr>
      <vt:lpstr>Thánh Ca 78 VUA CHĂN NUÔI</vt:lpstr>
      <vt:lpstr>1. Vua chí nhân, luôn chăm tôi hoài, lòng thành Ngài vạn niên bất di;  </vt:lpstr>
      <vt:lpstr>Nếu tôi thuộc Vua, Vua thuộc tôi nay, quả thật đời tôi không thiếu chi.</vt:lpstr>
      <vt:lpstr>2. Nay Chúa dắt đưa tôi luôn an lành gần dòng trường sinh yên tĩnh thay, </vt:lpstr>
      <vt:lpstr>Cỏ tươi ngọt ngon kia trong đồng xanh, là nguồn linh lương vui thỏa nay.</vt:lpstr>
      <vt:lpstr>3. Tuy lắm lúc tôi ngây ngô sai đàng, mà Ngài đầy từ bi kiếm tôi.</vt:lpstr>
      <vt:lpstr>Vác tôi lên vai yêu thương, hân hoan về nhà ngày đêm vui chẳng thôi.</vt:lpstr>
      <vt:lpstr>4. Trong trũng bóng chết tôi không kinh hoàng, vì kìa, Jêsus đang đứng bên;</vt:lpstr>
      <vt:lpstr>Có thập tự Chúa dẫn đưa bình an, roi, gậy hằng khuyên lơn, ủy an.</vt:lpstr>
      <vt:lpstr>5. Jêsus thiết diên cho tôi trang hoàng, và dùng dầu hồng ân xức tôi;</vt:lpstr>
      <vt:lpstr>Chén vui mừng thánh khiết do Ngài ban, ngập đầy lòng tôi khôn tả thôi.</vt:lpstr>
      <vt:lpstr>6. Nên suốt nhất sinh tôi vui chi tày, lòng Ngài từ bi không đổi thay;</vt:lpstr>
      <vt:lpstr>Hỡi Đấng chăn chiên khoan nhân, từ nay tại nhà Ngài tôi luôn ở đây.</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078 - Vua Chăn Nuôi   Thánh Ca 78 Vua Chăn Nuôi  1. Vua chí nhân,  luôn chăm tôi hoài, lòng thành Ngài vạn niên bất di;    Nếu tôi thuộc Vua, Vua thuộc tôi nay, quả thật đời tôi không thiếu chi.  2. Nay Chúa dắt đưa tôi luôn an lành gần dòng trường sinh yên tĩnh thay,   Cỏ tươi ngọt ngon kia trong đồng xanh, là nguồn linh lương vui thỏa nay.  3. Tuy lắm lúc tôi ngây ngô sai đàng, mà Ngài đầy từ bi  kiếm tôi.   Vác tôi lên vai yêu thương, hân hoan về nhà ngày đêm  vui chẳng thôi.  4. Trong trũng bóng chết tôi không kinh hoàng, vì kìa, Jêsus đang đứng bên;   Có thập tự Chúa dẫn đưa bình an, roi, gậy hằng  khuyên lơn, ủy an.  Thánh Ca 78 Vua Chăn Nuôi  5. Jêsus thiết diên cho tôi trang hoàng, và dùng dầu  hồng ân xức tôi;   Chén vui mừng thánh khiết do Ngài ban, ngập đầy lòng tôi khôn tả thôi.  6. Nên suốt nhất sinh tôi vui chi tày, lòng Ngài từ bi không đổi thay;   Hỡi Đấng chăn chiên khoan nhân, từ nay tại nhà Ngài tôi luôn ở đây.</dc:title>
  <dc:creator>Phan Minh Vinh An; An Phan</dc:creator>
  <cp:lastModifiedBy>An Phan</cp:lastModifiedBy>
  <cp:revision>2</cp:revision>
  <dcterms:created xsi:type="dcterms:W3CDTF">2018-01-21T23:57:33Z</dcterms:created>
  <dcterms:modified xsi:type="dcterms:W3CDTF">2018-01-21T23:59:05Z</dcterms:modified>
</cp:coreProperties>
</file>