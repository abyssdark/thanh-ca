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6349" autoAdjust="0"/>
  </p:normalViewPr>
  <p:slideViewPr>
    <p:cSldViewPr snapToGrid="0">
      <p:cViewPr varScale="1">
        <p:scale>
          <a:sx n="38" d="100"/>
          <a:sy n="38" d="100"/>
        </p:scale>
        <p:origin x="-126" y="-7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2634"/>
    </p:cViewPr>
  </p:sorterViewPr>
  <p:notesViewPr>
    <p:cSldViewPr snapToGrid="0">
      <p:cViewPr varScale="1">
        <p:scale>
          <a:sx n="52" d="100"/>
          <a:sy n="52" d="100"/>
        </p:scale>
        <p:origin x="-7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55208-DD1B-40C8-BA1A-6884376CB886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0CE35-DBF3-403B-8AD4-8F30624CE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88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A733E-5031-4E19-82C2-C442460A6DBE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A3956-A72A-4D66-859F-1B2EC9E31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02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A3956-A72A-4D66-859F-1B2EC9E317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5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xmlns="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/>
            </a:r>
            <a:br>
              <a:rPr lang="vi-VN"/>
            </a:br>
            <a:r>
              <a:rPr lang="vi-VN"/>
              <a:t>Thánh Ca 51</a:t>
            </a:r>
            <a:br>
              <a:rPr lang="vi-VN"/>
            </a:br>
            <a:r>
              <a:rPr lang="vi-VN"/>
              <a:t>GIÊ-HÔ-VA XIN DẪN TÔI TRỌN ĐƯỜNG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F11009-6528-4E94-B6AF-CD290B9B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vi-VN"/>
              <a:t>Giê-hô-va, xin dẫn tôi trọn đường, vượt qua khỏi cảnh thế nổi trôi;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5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59473F-DAA8-4E26-9B23-F83AEAEE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Dẫu tôi thật bạc nhược, Chúa kiên cường, nguyền tay Chúa mau sè nắm tôi.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4E9D94-66DE-4620-A113-C924B3BB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Cứ lấy bánh yêu thương nuôi tôi thường, dưỡng dục tôi trọn đời sống vui, đời tôi sống thỏa nguyện vô hồi.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3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81E6D-61CF-4E1F-8689-82747285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2. Mở thiên môn cho suối linh từ Ngài, tràn ra tưới khắp cả đến tôi;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56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728FFF-0D2D-4970-A3CC-CF8BC66AD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Cúi xin Ngài dùng trụ lửa đêm dài, trụ mây giữa ban ngày dẫn tôi.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84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F94FDF-6F9A-4CEA-8EC2-6FB5CC862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Giê-hô-va ôi, tôi trông mong Ngài, dũng lực tôi và hậu thuẫn tôi, thật hậu thuẫn</a:t>
            </a:r>
            <a:r>
              <a:rPr lang="vi-VN" dirty="0" smtClean="0"/>
              <a:t>,</a:t>
            </a:r>
            <a:r>
              <a:rPr lang="en-US" dirty="0" smtClean="0"/>
              <a:t> </a:t>
            </a:r>
            <a:r>
              <a:rPr lang="vi-VN" dirty="0" smtClean="0"/>
              <a:t>dũng </a:t>
            </a:r>
            <a:r>
              <a:rPr lang="vi-VN" dirty="0"/>
              <a:t>lực tôi hoài.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3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6CA196-4A7E-413A-A643-0578A578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3. Lúc chân tôi sắp phải qua Giô-đanh, nguyện tôi khỏi tán đảm khiếp can;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7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EEDC8B-87DA-41D6-8687-287AED70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Dắt tôi qua ngang dòng nước tuôn mạnh, dìu tôi bước lên Ca-na-an.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2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D61457-DE92-44DA-A7C8-061E6687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Chính lúc đó tôi ca vang thiên thành, khúc trường ca Jêsus hiển vang, ngợi khen Chúa Jêsus </a:t>
            </a:r>
            <a:r>
              <a:rPr lang="en-US"/>
              <a:t/>
            </a:r>
            <a:br>
              <a:rPr lang="en-US"/>
            </a:br>
            <a:r>
              <a:rPr lang="vi-VN"/>
              <a:t>chân thành.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02641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176</Words>
  <Application>Microsoft Office PowerPoint</Application>
  <PresentationFormat>Custom</PresentationFormat>
  <Paragraphs>11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Presentation1</vt:lpstr>
      <vt:lpstr> Thánh Ca 51 GIÊ-HÔ-VA XIN DẪN TÔI TRỌN ĐƯỜNG</vt:lpstr>
      <vt:lpstr>1. Giê-hô-va, xin dẫn tôi trọn đường, vượt qua khỏi cảnh thế nổi trôi; </vt:lpstr>
      <vt:lpstr>Dẫu tôi thật bạc nhược, Chúa kiên cường, nguyền tay Chúa mau sè nắm tôi. </vt:lpstr>
      <vt:lpstr>Cứ lấy bánh yêu thương nuôi tôi thường, dưỡng dục tôi trọn đời sống vui, đời tôi sống thỏa nguyện vô hồi.</vt:lpstr>
      <vt:lpstr>2. Mở thiên môn cho suối linh từ Ngài, tràn ra tưới khắp cả đến tôi; </vt:lpstr>
      <vt:lpstr>Cúi xin Ngài dùng trụ lửa đêm dài, trụ mây giữa ban ngày dẫn tôi. </vt:lpstr>
      <vt:lpstr>Giê-hô-va ôi, tôi trông mong Ngài, dũng lực tôi và hậu thuẫn tôi, thật hậu thuẫn, dũng lực tôi hoài.</vt:lpstr>
      <vt:lpstr>3. Lúc chân tôi sắp phải qua Giô-đanh, nguyện tôi khỏi tán đảm khiếp can; </vt:lpstr>
      <vt:lpstr>Dắt tôi qua ngang dòng nước tuôn mạnh, dìu tôi bước lên Ca-na-an. </vt:lpstr>
      <vt:lpstr>Chính lúc đó tôi ca vang thiên thành, khúc trường ca Jêsus hiển vang, ngợi khen Chúa Jêsus  chân thành.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Thánh Ca 51 GIÊ-HÔ-VA XIN DẪN TÔI TRỌN ĐƯỜNG</dc:title>
  <dc:creator>Phan Minh Vinh An; Hiro</dc:creator>
  <cp:lastModifiedBy>An Phan</cp:lastModifiedBy>
  <cp:revision>2</cp:revision>
  <dcterms:created xsi:type="dcterms:W3CDTF">2018-01-19T09:52:44Z</dcterms:created>
  <dcterms:modified xsi:type="dcterms:W3CDTF">2018-01-23T12:48:10Z</dcterms:modified>
</cp:coreProperties>
</file>