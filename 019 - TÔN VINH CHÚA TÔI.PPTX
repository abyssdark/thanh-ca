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8" r:id="rId4"/>
    <p:sldId id="261" r:id="rId5"/>
    <p:sldId id="262" r:id="rId6"/>
    <p:sldId id="263" r:id="rId7"/>
    <p:sldId id="264" r:id="rId8"/>
    <p:sldId id="265" r:id="rId9"/>
    <p:sldId id="276" r:id="rId10"/>
    <p:sldId id="277" r:id="rId11"/>
    <p:sldId id="268" r:id="rId12"/>
    <p:sldId id="269" r:id="rId13"/>
    <p:sldId id="278" r:id="rId14"/>
    <p:sldId id="279" r:id="rId15"/>
    <p:sldId id="259" r:id="rId16"/>
    <p:sldId id="272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8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9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55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19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62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485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08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32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92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32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06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62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8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19</a:t>
            </a:r>
            <a:br>
              <a:rPr lang="en-US" dirty="0"/>
            </a:br>
            <a:r>
              <a:rPr lang="en-US" dirty="0"/>
              <a:t>TÔN VINH CHÚA TÔI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vi-VN" smtClean="0"/>
              <a:t>Khi </a:t>
            </a:r>
            <a:r>
              <a:rPr lang="vi-VN" dirty="0"/>
              <a:t>tôi ngắm xem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dòng huyết báu,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xưa rộng mở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tẩy thanh tội dơ.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6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vi-VN" dirty="0"/>
              <a:t>ôi xin vâng lời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Thần Linh chỉ giáo: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“Muốn chăng lòng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trắng trong hiện giờ?”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1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tôi chính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Chiên Con chịu hình.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08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Muôn dân khá tôn vinh một Cứu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huyết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gội trắng trong tội tình.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7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Tuy trong lối</a:t>
            </a:r>
            <a:r>
              <a:rPr lang="en-US" dirty="0"/>
              <a:t> </a:t>
            </a:r>
            <a:r>
              <a:rPr lang="vi-VN" dirty="0"/>
              <a:t>đi eo hẹp cứ bước,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điều lý tánh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đập tan.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70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phương châm kỳ vọng luôn sở ước, dưới chân nầy kể như tro tàn.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0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tôi chính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Chiên Con chịu hình.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22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Muôn dân khá tôn vinh một Cứu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huyết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gội trắng trong tội tình.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2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Ca khen thánh danh Jêsus quý hóa,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Vui mừng bấy </a:t>
            </a:r>
            <a:br>
              <a:rPr lang="vi-VN" dirty="0"/>
            </a:br>
            <a:r>
              <a:rPr lang="vi-VN" dirty="0"/>
              <a:t>Chúa tiếp nhận tôi.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3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nhiêu vi phạm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đã xóa, </a:t>
            </a:r>
            <a:br>
              <a:rPr lang="vi-VN" dirty="0"/>
            </a:br>
            <a:r>
              <a:rPr lang="vi-VN" dirty="0"/>
              <a:t>rửa tâm hồn giốn</a:t>
            </a:r>
            <a:r>
              <a:rPr lang="en-US" dirty="0"/>
              <a:t>g</a:t>
            </a:r>
            <a:br>
              <a:rPr lang="en-US" dirty="0"/>
            </a:br>
            <a:r>
              <a:rPr lang="vi-VN" dirty="0"/>
              <a:t>tuyết sạch ngời.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42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tôi chính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Chiên Con chịu hình.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22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Muôn dân khá tôn vinh một Cứu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huyết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gội trắng trong tội tình.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2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Vinh thay, thánh thay Thiên Phụ đáng kính!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Vinh diệu bấy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Đại Nhân!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346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Vinh quang vô cùng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Thần Linh chí thánh!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Cả ba hiệp nhất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Chân Thần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08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vinh Chúa tôi!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tôi chính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Chiên Con chịu hình.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22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Muôn dân khá tôn vinh một Cứu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huyết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gội trắng trong tội tình.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2650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128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19 TÔN VINH CHÚA TÔI</vt:lpstr>
      <vt:lpstr>1. Khi tôi ngắm xem nơi dòng huyết báu, xưa rộng mở tẩy thanh tội dơ. </vt:lpstr>
      <vt:lpstr>Tôi xin vâng lời Thần Linh chỉ giáo:  “Muốn chăng lòng trắng trong hiện giờ?”</vt:lpstr>
      <vt:lpstr>Tôn vinh Chúa tôi! Tôn vinh Chúa tôi! Bởi tôi chính Chiên Con chịu hình. </vt:lpstr>
      <vt:lpstr>Muôn dân khá tôn vinh một Cứu Chúa, do huyết Jêsus gội trắng trong tội tình.</vt:lpstr>
      <vt:lpstr>2. Tuy trong lối đi eo hẹp cứ bước, muôn điều lý tánh Chúa đập tan. </vt:lpstr>
      <vt:lpstr>Bao phương châm kỳ vọng luôn sở ước, dưới chân nầy kể như tro tàn.</vt:lpstr>
      <vt:lpstr>Tôn vinh Chúa tôi! Tôn vinh Chúa tôi! Bởi tôi chính Chiên Con chịu hình. </vt:lpstr>
      <vt:lpstr>Muôn dân khá tôn vinh một Cứu Chúa, do huyết Jêsus gội trắng trong tội tình.</vt:lpstr>
      <vt:lpstr>3. Ca khen thánh danh Jêsus quý hóa, Vui mừng bấy  Chúa tiếp nhận tôi. </vt:lpstr>
      <vt:lpstr>Bao nhiêu vi phạm Jêsus đã xóa,  rửa tâm hồn giống tuyết sạch ngời.</vt:lpstr>
      <vt:lpstr>Tôn vinh Chúa tôi! Tôn vinh Chúa tôi! Bởi tôi chính Chiên Con chịu hình. </vt:lpstr>
      <vt:lpstr>Muôn dân khá tôn vinh một Cứu Chúa, do huyết Jêsus gội trắng trong tội tình.</vt:lpstr>
      <vt:lpstr>4. Vinh thay, thánh thay Thiên Phụ đáng kính! Vinh diệu bấy Jêsus Đại Nhân! </vt:lpstr>
      <vt:lpstr>Vinh quang vô cùng Thần Linh chí thánh! Cả ba hiệp nhất danh Chân Thần</vt:lpstr>
      <vt:lpstr>Tôn vinh Chúa tôi! Tôn vinh Chúa tôi! Bởi tôi chính Chiên Con chịu hình. </vt:lpstr>
      <vt:lpstr>Muôn dân khá tôn vinh một Cứu Chúa, do huyết Jêsus gội trắng trong tội tình.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19 Tôn Vinh Chúa Tôi</dc:title>
  <dc:creator>Phan Minh Vinh An; KIETTTSE62520</dc:creator>
  <cp:lastModifiedBy>An Phan</cp:lastModifiedBy>
  <cp:revision>5</cp:revision>
  <dcterms:created xsi:type="dcterms:W3CDTF">2018-01-22T16:31:50Z</dcterms:created>
  <dcterms:modified xsi:type="dcterms:W3CDTF">2018-11-08T04:12:03Z</dcterms:modified>
</cp:coreProperties>
</file>