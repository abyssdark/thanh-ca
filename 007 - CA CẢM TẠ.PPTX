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0" r:id="rId4"/>
    <p:sldId id="261" r:id="rId5"/>
    <p:sldId id="262" r:id="rId6"/>
    <p:sldId id="259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dirty="0"/>
              <a:t>Thánh Ca 07</a:t>
            </a:r>
            <a:br>
              <a:rPr lang="nn-NO" dirty="0"/>
            </a:br>
            <a:r>
              <a:rPr lang="nn-NO" dirty="0"/>
              <a:t>CA CẢM TẠ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</a:t>
            </a:r>
            <a:r>
              <a:rPr lang="vi-VN" smtClean="0"/>
              <a:t>Đây </a:t>
            </a:r>
            <a:r>
              <a:rPr lang="vi-VN" dirty="0"/>
              <a:t>tâm, tay, tiếng chúng tôi vui vẻ cảm ơn Chúa trên trời, bao công lao Chúa hiển oai, xem thế giới vui vẻ trong Ngài;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423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Nơi tay Cha thánh chúng tôi, đã được phước Chúa vô đối, thêm lớn ơn thiêng càng thêm, đến nay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vẫn thương êm đềm.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709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Giê-hô-va bác ái thay, xin Chúa ở bên chúng tôi rày, cho tâm vui vẻ thảnh thơi, nâng đỡ chúng tôi đến trọn đời;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709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Xin thiên ân giữ chúng tôi, hằng đưa bước lúc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tăm tối,xin giữ luôn luôn rày sau, khỏi cơn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khổ nguy ưu sầu.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430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Xin dâng Chân Chúa bữa nay muôn tiếng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cám ơn đức cao dày;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957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Cha, Con, Linh rất hiển oai, muôn thuở quản cai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ở thiên đài. Trên thiên binh dưới thế nhân, thờ Thần vĩnh hữu, toàn chân.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361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Khi trước, hôm nay,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ngày mai, thủy chung</a:t>
            </a:r>
            <a:r>
              <a:rPr lang="en-US"/>
              <a:t/>
            </a:r>
            <a:br>
              <a:rPr lang="en-US"/>
            </a:br>
            <a:r>
              <a:rPr lang="vi-VN"/>
              <a:t>nhất </a:t>
            </a:r>
            <a:r>
              <a:rPr lang="vi-VN" dirty="0"/>
              <a:t>tâm thờ Ngài.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947494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5</TotalTime>
  <Words>129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faithstocks-template-powerpoint-001</vt:lpstr>
      <vt:lpstr>Thánh Ca 07 CA CẢM TẠ</vt:lpstr>
      <vt:lpstr>1. Đây tâm, tay, tiếng chúng tôi vui vẻ cảm ơn Chúa trên trời, bao công lao Chúa hiển oai, xem thế giới vui vẻ trong Ngài;</vt:lpstr>
      <vt:lpstr>Nơi tay Cha thánh chúng tôi, đã được phước Chúa vô đối, thêm lớn ơn thiêng càng thêm, đến nay vẫn thương êm đềm.</vt:lpstr>
      <vt:lpstr>2. Giê-hô-va bác ái thay, xin Chúa ở bên chúng tôi rày, cho tâm vui vẻ thảnh thơi, nâng đỡ chúng tôi đến trọn đời; </vt:lpstr>
      <vt:lpstr>Xin thiên ân giữ chúng tôi, hằng đưa bước lúc tăm tối,xin giữ luôn luôn rày sau, khỏi cơn khổ nguy ưu sầu.</vt:lpstr>
      <vt:lpstr>3. Xin dâng Chân Chúa bữa nay muôn tiếng cám ơn đức cao dày; </vt:lpstr>
      <vt:lpstr>Cha, Con, Linh rất hiển oai, muôn thuở quản cai ở thiên đài. Trên thiên binh dưới thế nhân, thờ Thần vĩnh hữu, toàn chân.</vt:lpstr>
      <vt:lpstr>Khi trước, hôm nay, ngày mai, thủy chung nhất tâm thờ Ngài.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07 Ca Cảm Tạ</dc:title>
  <dc:creator>Phan Minh Vinh An; KIETTTSE62520</dc:creator>
  <cp:lastModifiedBy>An Phan</cp:lastModifiedBy>
  <cp:revision>4</cp:revision>
  <dcterms:created xsi:type="dcterms:W3CDTF">2018-01-21T05:32:38Z</dcterms:created>
  <dcterms:modified xsi:type="dcterms:W3CDTF">2018-11-08T04:13:22Z</dcterms:modified>
</cp:coreProperties>
</file>