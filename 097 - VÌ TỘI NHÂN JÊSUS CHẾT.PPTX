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477" autoAdjust="0"/>
  </p:normalViewPr>
  <p:slideViewPr>
    <p:cSldViewPr snapToGrid="0">
      <p:cViewPr varScale="1">
        <p:scale>
          <a:sx n="28" d="100"/>
          <a:sy n="28" d="100"/>
        </p:scale>
        <p:origin x="-114" y="-756"/>
      </p:cViewPr>
      <p:guideLst>
        <p:guide orient="horz" pos="2160"/>
        <p:guide pos="3840"/>
      </p:guideLst>
    </p:cSldViewPr>
  </p:slideViewPr>
  <p:outlineViewPr>
    <p:cViewPr>
      <p:scale>
        <a:sx n="33" d="100"/>
        <a:sy n="33" d="100"/>
      </p:scale>
      <p:origin x="0" y="17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97</a:t>
            </a:r>
          </a:p>
          <a:p>
            <a:r>
              <a:rPr lang="vi-VN" dirty="0" smtClean="0"/>
              <a:t>VÌ TỘI NHÂN JÊSUS CHẾT</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Vì tội nhân Jêsus chết kia rồi! Kìa bao người yêu khóc than bồi hồi.</a:t>
            </a:r>
            <a:endParaRPr lang="en-US" dirty="0"/>
          </a:p>
        </p:txBody>
      </p:sp>
    </p:spTree>
    <p:extLst>
      <p:ext uri="{BB962C8B-B14F-4D97-AF65-F5344CB8AC3E}">
        <p14:creationId xmlns:p14="http://schemas.microsoft.com/office/powerpoint/2010/main" val="2605780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Trời đương ban trưa bỗng tối tăm bấy, Ô kìa trái đất rung rinh lạ nầy.</a:t>
            </a:r>
            <a:endParaRPr lang="en-US" dirty="0"/>
          </a:p>
        </p:txBody>
      </p:sp>
    </p:spTree>
    <p:extLst>
      <p:ext uri="{BB962C8B-B14F-4D97-AF65-F5344CB8AC3E}">
        <p14:creationId xmlns:p14="http://schemas.microsoft.com/office/powerpoint/2010/main" val="2339375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Lại mau chư thánh ngắm bi kịch nầy, Vì ta kìa thân Chúa mang tội đầy.</a:t>
            </a:r>
            <a:endParaRPr lang="en-US" dirty="0"/>
          </a:p>
        </p:txBody>
      </p:sp>
    </p:spTree>
    <p:extLst>
      <p:ext uri="{BB962C8B-B14F-4D97-AF65-F5344CB8AC3E}">
        <p14:creationId xmlns:p14="http://schemas.microsoft.com/office/powerpoint/2010/main" val="1400782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Ngài đà hy sinh gánh hết gian ác. Thay ta đóng đinh mang bao hình phạt.</a:t>
            </a:r>
            <a:endParaRPr lang="en-US" dirty="0"/>
          </a:p>
        </p:txBody>
      </p:sp>
    </p:spTree>
    <p:extLst>
      <p:ext uri="{BB962C8B-B14F-4D97-AF65-F5344CB8AC3E}">
        <p14:creationId xmlns:p14="http://schemas.microsoft.com/office/powerpoint/2010/main" val="1177743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Nầy tình yêu với khổ đau tuyệt vời, là Vua diệu vinh chết thay </a:t>
            </a:r>
            <a:r>
              <a:rPr lang="en-US" dirty="0" smtClean="0"/>
              <a:t/>
            </a:r>
            <a:br>
              <a:rPr lang="en-US" dirty="0" smtClean="0"/>
            </a:br>
            <a:r>
              <a:rPr lang="vi-VN" dirty="0" smtClean="0"/>
              <a:t>muôn </a:t>
            </a:r>
            <a:r>
              <a:rPr lang="vi-VN" dirty="0" smtClean="0"/>
              <a:t>người.</a:t>
            </a:r>
            <a:endParaRPr lang="en-US" dirty="0"/>
          </a:p>
        </p:txBody>
      </p:sp>
    </p:spTree>
    <p:extLst>
      <p:ext uri="{BB962C8B-B14F-4D97-AF65-F5344CB8AC3E}">
        <p14:creationId xmlns:p14="http://schemas.microsoft.com/office/powerpoint/2010/main" val="1311133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Thình lình ta vui thấy cảnh siêu thoát. Jêsus đã chết nhưng nay phục hoạt.</a:t>
            </a:r>
            <a:endParaRPr lang="en-US" dirty="0"/>
          </a:p>
        </p:txBody>
      </p:sp>
    </p:spTree>
    <p:extLst>
      <p:ext uri="{BB962C8B-B14F-4D97-AF65-F5344CB8AC3E}">
        <p14:creationId xmlns:p14="http://schemas.microsoft.com/office/powerpoint/2010/main" val="3732156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Ngài phục sanh thoát khỏi nơi mộ phần. Ngự lên ngồi bên Chúa Cha </a:t>
            </a:r>
            <a:r>
              <a:rPr lang="en-US" dirty="0" smtClean="0"/>
              <a:t/>
            </a:r>
            <a:br>
              <a:rPr lang="en-US" dirty="0" smtClean="0"/>
            </a:br>
            <a:r>
              <a:rPr lang="vi-VN" dirty="0" smtClean="0"/>
              <a:t>rạng </a:t>
            </a:r>
            <a:r>
              <a:rPr lang="vi-VN" dirty="0" smtClean="0"/>
              <a:t>ngần.</a:t>
            </a:r>
            <a:endParaRPr lang="en-US" dirty="0"/>
          </a:p>
        </p:txBody>
      </p:sp>
    </p:spTree>
    <p:extLst>
      <p:ext uri="{BB962C8B-B14F-4D97-AF65-F5344CB8AC3E}">
        <p14:creationId xmlns:p14="http://schemas.microsoft.com/office/powerpoint/2010/main" val="2342747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Hầu Ngài muôn muôn thánh sứ siêu thoát. Hoan nghinh Chúa Con vinh qui thiên đàng.</a:t>
            </a:r>
            <a:endParaRPr lang="en-US" dirty="0"/>
          </a:p>
        </p:txBody>
      </p:sp>
    </p:spTree>
    <p:extLst>
      <p:ext uri="{BB962C8B-B14F-4D97-AF65-F5344CB8AC3E}">
        <p14:creationId xmlns:p14="http://schemas.microsoft.com/office/powerpoint/2010/main" val="3045037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5. Đừng nên than khóc hãy rao ra cùng. Về Vua quyền năng cứu </a:t>
            </a:r>
            <a:r>
              <a:rPr lang="en-US" dirty="0" smtClean="0"/>
              <a:t/>
            </a:r>
            <a:br>
              <a:rPr lang="en-US" dirty="0" smtClean="0"/>
            </a:br>
            <a:r>
              <a:rPr lang="vi-VN" dirty="0" smtClean="0"/>
              <a:t>ta </a:t>
            </a:r>
            <a:r>
              <a:rPr lang="vi-VN" dirty="0" smtClean="0"/>
              <a:t>oai hùng.</a:t>
            </a:r>
            <a:endParaRPr lang="en-US" dirty="0"/>
          </a:p>
        </p:txBody>
      </p:sp>
    </p:spTree>
    <p:extLst>
      <p:ext uri="{BB962C8B-B14F-4D97-AF65-F5344CB8AC3E}">
        <p14:creationId xmlns:p14="http://schemas.microsoft.com/office/powerpoint/2010/main" val="3555681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Tụng ngợi Vua ta đắc thắng vinh hiển. Xích tay tử vương lâu </a:t>
            </a:r>
            <a:r>
              <a:rPr lang="en-US" dirty="0" smtClean="0"/>
              <a:t/>
            </a:r>
            <a:br>
              <a:rPr lang="en-US" dirty="0" smtClean="0"/>
            </a:br>
            <a:r>
              <a:rPr lang="vi-VN" dirty="0" smtClean="0"/>
              <a:t>nay </a:t>
            </a:r>
            <a:r>
              <a:rPr lang="vi-VN" dirty="0" smtClean="0"/>
              <a:t>độc quyền.</a:t>
            </a:r>
            <a:endParaRPr lang="en-US" dirty="0"/>
          </a:p>
        </p:txBody>
      </p:sp>
    </p:spTree>
    <p:extLst>
      <p:ext uri="{BB962C8B-B14F-4D97-AF65-F5344CB8AC3E}">
        <p14:creationId xmlns:p14="http://schemas.microsoft.com/office/powerpoint/2010/main" val="2355124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6. Cùng tung hô Thánh đế Jêsus hoài. Hạ sanh chuộc mua cứu </a:t>
            </a:r>
            <a:r>
              <a:rPr lang="en-US" dirty="0" smtClean="0"/>
              <a:t/>
            </a:r>
            <a:br>
              <a:rPr lang="en-US" dirty="0" smtClean="0"/>
            </a:br>
            <a:r>
              <a:rPr lang="vi-VN" dirty="0" smtClean="0"/>
              <a:t>giúp </a:t>
            </a:r>
            <a:r>
              <a:rPr lang="vi-VN" dirty="0" smtClean="0"/>
              <a:t>nhơn loài.</a:t>
            </a:r>
            <a:endParaRPr lang="en-US" dirty="0"/>
          </a:p>
        </p:txBody>
      </p:sp>
    </p:spTree>
    <p:extLst>
      <p:ext uri="{BB962C8B-B14F-4D97-AF65-F5344CB8AC3E}">
        <p14:creationId xmlns:p14="http://schemas.microsoft.com/office/powerpoint/2010/main" val="333765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Kìa nọc ngươi đâu hỡi Chết, ta hỏi. Ôi âm phủ sức thắng ngươi đâu rồi.</a:t>
            </a:r>
            <a:endParaRPr lang="en-US" dirty="0"/>
          </a:p>
        </p:txBody>
      </p:sp>
    </p:spTree>
    <p:extLst>
      <p:ext uri="{BB962C8B-B14F-4D97-AF65-F5344CB8AC3E}">
        <p14:creationId xmlns:p14="http://schemas.microsoft.com/office/powerpoint/2010/main" val="3140644250"/>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4</TotalTime>
  <Words>216</Words>
  <Application>Microsoft Office PowerPoint</Application>
  <PresentationFormat>Custom</PresentationFormat>
  <Paragraphs>14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faithstocks-template-powerpoint-001</vt:lpstr>
      <vt:lpstr>Thánh Ca 97 VÌ TỘI NHÂN JÊSUS CHẾT</vt:lpstr>
      <vt:lpstr>1. Vì tội nhân Jêsus chết kia rồi! Kìa bao người yêu khóc than bồi hồi.</vt:lpstr>
      <vt:lpstr>Trời đương ban trưa bỗng tối tăm bấy, Ô kìa trái đất rung rinh lạ nầy.</vt:lpstr>
      <vt:lpstr>2. Lại mau chư thánh ngắm bi kịch nầy, Vì ta kìa thân Chúa mang tội đầy.</vt:lpstr>
      <vt:lpstr>Ngài đà hy sinh gánh hết gian ác. Thay ta đóng đinh mang bao hình phạt.</vt:lpstr>
      <vt:lpstr>3. Nầy tình yêu với khổ đau tuyệt vời, là Vua diệu vinh chết thay  muôn người.</vt:lpstr>
      <vt:lpstr>Thình lình ta vui thấy cảnh siêu thoát. Jêsus đã chết nhưng nay phục hoạt.</vt:lpstr>
      <vt:lpstr>4. Ngài phục sanh thoát khỏi nơi mộ phần. Ngự lên ngồi bên Chúa Cha  rạng ngần.</vt:lpstr>
      <vt:lpstr>Hầu Ngài muôn muôn thánh sứ siêu thoát. Hoan nghinh Chúa Con vinh qui thiên đàng.</vt:lpstr>
      <vt:lpstr>5. Đừng nên than khóc hãy rao ra cùng. Về Vua quyền năng cứu  ta oai hùng.</vt:lpstr>
      <vt:lpstr>Tụng ngợi Vua ta đắc thắng vinh hiển. Xích tay tử vương lâu  nay độc quyền.</vt:lpstr>
      <vt:lpstr>6. Cùng tung hô Thánh đế Jêsus hoài. Hạ sanh chuộc mua cứu  giúp nhơn loài.</vt:lpstr>
      <vt:lpstr>Kìa nọc ngươi đâu hỡi Chết, ta hỏi. Ôi âm phủ sức thắng ngươi đâu rồi.</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097 - Vì Tội Nhân Jêsus Chết   Thánh Ca 97 Vì Tội Nhân Jêsus Chết  1. Vì tội nhân Jêsus chết kia rồi! Kìa bao người yêu khóc than bồi hồi.   Trời đương ban trưa bỗng tối tăm bấy, Ô kìa trái đất  rung rinh lạ nầy.  2. Lại mau chư thánh ngắm bi kịch nầy, Vì ta kìa thân Chúa mang tội đầy.   Ngài đà hy sinh gánh hết gian ác. Thay ta đóng đinh mang bao hình phạt.  3. Nầy tình yêu với khổ đau tuyệt vời, là Vua diệu vinh chết thay muôn người.   Thình lình ta vui thấy cảnh siêu thoát. Jêsus đã chết nhưng nay phục hoạt.  4. Ngài phục sanh thoát khỏi nơi mộ phần. Ngự lên  ngồi bên Chúa Cha rạng ngần.   Hầu Ngài muôn muôn thánh sứ siêu thoát. Hoan nghinh Chúa Con vinh qui thiên đàng.  Thánh Ca 97 Vì Tội Nhân Jêsus Chết  5. Đừng nên than khóc hãy rao ra cùng. Về Vua  quyền năng cứu ta oai hùng.   Tụng ngợi Vua ta  đắc thắng vinh hiển. Xích tay tử vương lâu nay độc quyền.  6. Cùng tung hô Thánh đế Jêsus hoài. Hạ sanh chuộc mua cứu giúp nhơn loài.   Kìa nọc ngươi đâu hỡi Chết, ta hỏi. Ôi âm phủ sức thắng ngươi đâu rồi.</dc:title>
  <dc:creator>Phan Minh Vinh An; An Phan</dc:creator>
  <cp:lastModifiedBy>An Phan</cp:lastModifiedBy>
  <cp:revision>3</cp:revision>
  <dcterms:created xsi:type="dcterms:W3CDTF">2018-01-22T14:19:03Z</dcterms:created>
  <dcterms:modified xsi:type="dcterms:W3CDTF">2018-01-23T13:23:08Z</dcterms:modified>
</cp:coreProperties>
</file>