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0" d="100"/>
          <a:sy n="70" d="100"/>
        </p:scale>
        <p:origin x="-606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=""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01" y="922712"/>
            <a:ext cx="10923614" cy="4081549"/>
          </a:xfrm>
        </p:spPr>
        <p:txBody>
          <a:bodyPr/>
          <a:lstStyle/>
          <a:p>
            <a:r>
              <a:rPr lang="en-US" dirty="0" err="1" smtClean="0"/>
              <a:t>Thánh</a:t>
            </a:r>
            <a:r>
              <a:rPr lang="en-US" dirty="0" smtClean="0"/>
              <a:t> </a:t>
            </a:r>
            <a:r>
              <a:rPr lang="en-US" dirty="0" err="1"/>
              <a:t>Ca</a:t>
            </a:r>
            <a:r>
              <a:rPr lang="en-US" dirty="0"/>
              <a:t> 26</a:t>
            </a:r>
            <a:br>
              <a:rPr lang="en-US" dirty="0"/>
            </a:br>
            <a:r>
              <a:rPr lang="en-US" dirty="0" smtClean="0"/>
              <a:t>CHÚC CHO</a:t>
            </a:r>
            <a:br>
              <a:rPr lang="en-US" dirty="0" smtClean="0"/>
            </a:br>
            <a:r>
              <a:rPr lang="en-US" dirty="0" smtClean="0"/>
              <a:t>ĐẤNG NGỒI TRÊN NGÔI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Chúc cho Đấng </a:t>
            </a:r>
            <a:r>
              <a:rPr lang="vi-VN" dirty="0" smtClean="0"/>
              <a:t>ngồi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trên ngôi,</a:t>
            </a:r>
            <a:r>
              <a:rPr lang="en-US" dirty="0" smtClean="0"/>
              <a:t> </a:t>
            </a:r>
            <a:r>
              <a:rPr lang="vi-VN" dirty="0" smtClean="0"/>
              <a:t>cùng </a:t>
            </a:r>
            <a:r>
              <a:rPr lang="vi-VN" dirty="0"/>
              <a:t>Chiên </a:t>
            </a:r>
            <a:r>
              <a:rPr lang="vi-VN" dirty="0" smtClean="0"/>
              <a:t>Con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được </a:t>
            </a:r>
            <a:r>
              <a:rPr lang="vi-VN" dirty="0"/>
              <a:t>ngợi </a:t>
            </a:r>
            <a:r>
              <a:rPr lang="vi-VN" dirty="0" smtClean="0"/>
              <a:t>khen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vi-VN" dirty="0" smtClean="0"/>
              <a:t>tôn </a:t>
            </a:r>
            <a:r>
              <a:rPr lang="vi-VN" dirty="0"/>
              <a:t>quý, vinh </a:t>
            </a:r>
            <a:r>
              <a:rPr lang="vi-VN" dirty="0" smtClean="0"/>
              <a:t>hiể</a:t>
            </a:r>
            <a:r>
              <a:rPr lang="en-US" dirty="0" smtClean="0"/>
              <a:t>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348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mtClean="0"/>
              <a:t>và </a:t>
            </a:r>
            <a:r>
              <a:rPr lang="vi-VN"/>
              <a:t>quyền phép, </a:t>
            </a:r>
            <a:r>
              <a:rPr lang="vi-VN" smtClean="0"/>
              <a:t>cho </a:t>
            </a:r>
            <a:r>
              <a:rPr lang="vi-VN" dirty="0" smtClean="0"/>
              <a:t>đến đời đời, cho đến đời đời. A-Men, A-Men, A-Men.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9999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</TotalTime>
  <Words>27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faithstocks-template-powerpoint-001</vt:lpstr>
      <vt:lpstr>Thánh Ca 26 CHÚC CHO ĐẤNG NGỒI TRÊN NGÔI</vt:lpstr>
      <vt:lpstr>Chúc cho Đấng ngồi trên ngôi, cùng Chiên Con được ngợi khen, tôn quý, vinh hiển</vt:lpstr>
      <vt:lpstr>và quyền phép, cho đến đời đời, cho đến đời đời. A-Men, A-Men, A-Men.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26 Chúc Cho Đấng  Ngồi Trên Ngôi</dc:title>
  <dc:creator>Phan Minh Vinh An; KIETTTSE62520</dc:creator>
  <cp:lastModifiedBy>KIETTTSE62520</cp:lastModifiedBy>
  <cp:revision>2</cp:revision>
  <dcterms:created xsi:type="dcterms:W3CDTF">2018-01-22T16:50:33Z</dcterms:created>
  <dcterms:modified xsi:type="dcterms:W3CDTF">2018-01-29T14:57:43Z</dcterms:modified>
</cp:coreProperties>
</file>