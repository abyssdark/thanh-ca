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6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148" autoAdjust="0"/>
    <p:restoredTop sz="94700" autoAdjust="0"/>
  </p:normalViewPr>
  <p:slideViewPr>
    <p:cSldViewPr snapToGrid="0">
      <p:cViewPr varScale="1">
        <p:scale>
          <a:sx n="101" d="100"/>
          <a:sy n="101" d="100"/>
        </p:scale>
        <p:origin x="138" y="2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Ca 53</a:t>
            </a:r>
            <a:br>
              <a:rPr lang="en-US" dirty="0"/>
            </a:br>
            <a:r>
              <a:rPr lang="en-US" dirty="0"/>
              <a:t>KÌA THIÊN BINH </a:t>
            </a:r>
            <a:br>
              <a:rPr lang="en-US" dirty="0"/>
            </a:br>
            <a:r>
              <a:rPr lang="en-US"/>
              <a:t>CÙNG </a:t>
            </a:r>
            <a:r>
              <a:rPr lang="en-US" smtClean="0"/>
              <a:t>NHAU TRỖI </a:t>
            </a:r>
            <a:r>
              <a:rPr lang="en-US" smtClean="0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E221-0F7A-4DFC-918E-FD0D532E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1. </a:t>
            </a:r>
            <a:r>
              <a:rPr lang="vi-VN"/>
              <a:t>Kìa thiên binh cùng vang tiếng hát, chúc Thánh Đế mới sanh </a:t>
            </a:r>
            <a:r>
              <a:rPr lang="en-US"/>
              <a:t/>
            </a:r>
            <a:br>
              <a:rPr lang="en-US"/>
            </a:br>
            <a:r>
              <a:rPr lang="vi-VN"/>
              <a:t>trên đất!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1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CE86-74BF-4A55-8ED2-34CA9BDE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Bình an ân trạch</a:t>
            </a:r>
            <a:r>
              <a:rPr lang="en-US"/>
              <a:t/>
            </a:r>
            <a:br>
              <a:rPr lang="en-US"/>
            </a:br>
            <a:r>
              <a:rPr lang="vi-VN"/>
              <a:t>ban khắp cả, </a:t>
            </a:r>
            <a:r>
              <a:rPr lang="en-US"/>
              <a:t/>
            </a:r>
            <a:br>
              <a:rPr lang="en-US"/>
            </a:br>
            <a:r>
              <a:rPr lang="vi-VN"/>
              <a:t>Chúa và người</a:t>
            </a:r>
            <a:r>
              <a:rPr lang="en-US"/>
              <a:t/>
            </a:r>
            <a:br>
              <a:rPr lang="en-US"/>
            </a:br>
            <a:r>
              <a:rPr lang="vi-VN"/>
              <a:t>đôi bên thuận hòa.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3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8542-C5F7-46B1-B35F-905BE412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Khắp đất hát</a:t>
            </a:r>
            <a:r>
              <a:rPr lang="en-US"/>
              <a:t/>
            </a:r>
            <a:br>
              <a:rPr lang="en-US"/>
            </a:br>
            <a:r>
              <a:rPr lang="vi-VN"/>
              <a:t>Ha-lê-lu-gia!</a:t>
            </a:r>
            <a:r>
              <a:rPr lang="en-US"/>
              <a:t/>
            </a:r>
            <a:br>
              <a:rPr lang="en-US"/>
            </a:br>
            <a:r>
              <a:rPr lang="vi-VN"/>
              <a:t>Suốt cả cõi trời</a:t>
            </a:r>
            <a:r>
              <a:rPr lang="en-US"/>
              <a:t/>
            </a:r>
            <a:br>
              <a:rPr lang="en-US"/>
            </a:br>
            <a:r>
              <a:rPr lang="vi-VN"/>
              <a:t>cũng hoan ca.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45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11B8-BB65-4F8B-8CBF-305153329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sứ thánh huyên ca giọng êm, mừng Christ giáng tại</a:t>
            </a:r>
            <a:r>
              <a:rPr lang="en-US" baseline="0"/>
              <a:t> </a:t>
            </a:r>
            <a:r>
              <a:rPr lang="vi-VN"/>
              <a:t>Bết-lê-hem!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91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41602-4602-4296-9CFC-7E1E936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Khá chú ý khúc ca diệu thay: Vinh hiển bấy </a:t>
            </a:r>
          </a:p>
          <a:p>
            <a:r>
              <a:rPr lang="vi-VN"/>
              <a:t>Christ hạ sanh rày!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8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41F7-2FFF-4C78-B00F-32C81B3C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2. Kìa thiên binh thờ Vua chánh ngôi, Cứu Chúa Christ vĩnh sinh vô đối.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4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875B4-B233-47CC-A3CF-46C01571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Đồng trinh xưa hoài thai Thánh Tử, Đấng loài người bao năm đợi chờ.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66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F321-ABFD-47BD-A84E-92411BA7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Dẫu Chúa có hình thể như ta, vẫn chiếu sáng thần tánh như Cha.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07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A956F-3B2B-468B-B684-91C7FE5B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Kẻ tiếp Chúa, Chúa luôn ngự bên, thật rõ Chúa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Em-ma-nu-ên.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85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D713-2209-4909-B9D0-1C783728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Khá chú ý khúc ca diệu thay:</a:t>
            </a:r>
            <a:r>
              <a:rPr lang="en-US"/>
              <a:t> </a:t>
            </a:r>
            <a:r>
              <a:rPr lang="vi-VN"/>
              <a:t>Vinh hiển bấy </a:t>
            </a:r>
          </a:p>
          <a:p>
            <a:r>
              <a:rPr lang="vi-VN"/>
              <a:t>Christ hạ sanh rày!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76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6C312-4F41-49F3-BB9A-F48CD884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3. Tụng ca Vua bình an đến kia, hát chúc Ánh Thái Dương công nghĩa!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82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27A2-09E9-40E7-9D49-5698F8F8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Ngài đem theo thần quang, vĩnh sanh, phép trị bịnh do tay nhơn lành.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28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BEEBC-7B9D-4D57-A928-F3BB268F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Chúa gác bỏ quyền quý thiên cung, xuống để cứu người thoát nguy vong,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09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B3D41-69D1-4D70-83B1-52588328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</a:t>
            </a:r>
            <a:r>
              <a:rPr lang="vi-VN"/>
              <a:t>uống để vớt ai đương lầm than, được trùng sinh phục hồi vinh quang.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79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C3FE-D222-4644-A518-C372319C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Khá chú ý khúc ca diệu thay: Vinh hiển bấy </a:t>
            </a:r>
          </a:p>
          <a:p>
            <a:r>
              <a:rPr lang="vi-VN"/>
              <a:t>Christ hạ sanh này!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1720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11</TotalTime>
  <Words>217</Words>
  <Application>Microsoft Office PowerPoint</Application>
  <PresentationFormat>Widescreen</PresentationFormat>
  <Paragraphs>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Presentation1</vt:lpstr>
      <vt:lpstr>Thánh Ca 53 KÌA THIÊN BINH  CÙNG NHAU TRỖI HÁT</vt:lpstr>
      <vt:lpstr>1. Kìa thiên binh cùng vang tiếng hát, chúc Thánh Đế mới sanh  trên đất! </vt:lpstr>
      <vt:lpstr>Bình an ân trạch ban khắp cả,  Chúa và người đôi bên thuận hòa.</vt:lpstr>
      <vt:lpstr>Khắp đất hát Ha-lê-lu-gia! Suốt cả cõi trời cũng hoan ca.</vt:lpstr>
      <vt:lpstr>Các sứ thánh huyên ca giọng êm, mừng Christ giáng tại Bết-lê-hem! </vt:lpstr>
      <vt:lpstr>Khá chú ý khúc ca diệu thay: Vinh hiển bấy  Christ hạ sanh rày!</vt:lpstr>
      <vt:lpstr>2. Kìa thiên binh thờ Vua chánh ngôi, Cứu Chúa Christ vĩnh sinh vô đối. </vt:lpstr>
      <vt:lpstr>Đồng trinh xưa hoài thai Thánh Tử, Đấng loài người bao năm đợi chờ. </vt:lpstr>
      <vt:lpstr>Dẫu Chúa có hình thể như ta, vẫn chiếu sáng thần tánh như Cha. </vt:lpstr>
      <vt:lpstr>Kẻ tiếp Chúa, Chúa luôn ngự bên, thật rõ Chúa  Em-ma-nu-ên. </vt:lpstr>
      <vt:lpstr>Khá chú ý khúc ca diệu thay: Vinh hiển bấy  Christ hạ sanh rày!</vt:lpstr>
      <vt:lpstr>3. Tụng ca Vua bình an đến kia, hát chúc Ánh Thái Dương công nghĩa! </vt:lpstr>
      <vt:lpstr>Ngài đem theo thần quang, vĩnh sanh, phép trị bịnh do tay nhơn lành.</vt:lpstr>
      <vt:lpstr>Chúa gác bỏ quyền quý thiên cung, xuống để cứu người thoát nguy vong, </vt:lpstr>
      <vt:lpstr>Xuống để vớt ai đương lầm than, được trùng sinh phục hồi vinh quang. </vt:lpstr>
      <vt:lpstr>Khá chú ý khúc ca diệu thay: Vinh hiển bấy  Christ hạ sanh này!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53 KÌA THIÊN BINH  CÙNG VANG TIẾNG HÁT</dc:title>
  <dc:creator>Phan Minh Vinh An; Hiro</dc:creator>
  <cp:lastModifiedBy>An Phan</cp:lastModifiedBy>
  <cp:revision>4</cp:revision>
  <dcterms:created xsi:type="dcterms:W3CDTF">2018-01-19T09:58:56Z</dcterms:created>
  <dcterms:modified xsi:type="dcterms:W3CDTF">2019-01-10T08:54:57Z</dcterms:modified>
</cp:coreProperties>
</file>