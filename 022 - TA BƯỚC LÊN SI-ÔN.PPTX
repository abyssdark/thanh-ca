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74" r:id="rId10"/>
    <p:sldId id="275" r:id="rId11"/>
    <p:sldId id="267" r:id="rId12"/>
    <p:sldId id="268" r:id="rId13"/>
    <p:sldId id="276" r:id="rId14"/>
    <p:sldId id="277" r:id="rId15"/>
    <p:sldId id="259" r:id="rId16"/>
    <p:sldId id="271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99288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2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877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313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94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322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880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516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664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7272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0644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60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7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22</a:t>
            </a:r>
            <a:br>
              <a:rPr lang="vi-VN" dirty="0"/>
            </a:br>
            <a:r>
              <a:rPr lang="vi-VN" dirty="0"/>
              <a:t>TA BƯỚC LÊN SI-ÔN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Yêu </a:t>
            </a:r>
            <a:r>
              <a:rPr lang="vi-VN" dirty="0"/>
              <a:t>Chúa ta họp tại đây, ai nấy lộ vẻ vui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cùng nhau ta hát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ca nhịp nhàng,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70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Cùng nhau tâu khúc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ca dịu dàng.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Hồi ta đương nhóm</a:t>
            </a:r>
            <a:r>
              <a:rPr lang="en-US" dirty="0"/>
              <a:t> </a:t>
            </a:r>
            <a:r>
              <a:rPr lang="vi-VN" dirty="0"/>
              <a:t>dưới ngai, nhóm chung quanh Đấng quyền oai.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84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Ta bước lên Si-ôn hè,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tiến lên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ngọn núi Si-ôn đẹp đẽ,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6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ngắm Si-ôn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ta hăng hái bước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tới thủ đô thiêng liêng vinh quang muôn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29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Bao kẻ không chịu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tụng ca, do chẳng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nhận biết Chúa Cha; nhưng ta con cái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của Vua trên trời,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01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Thật con yêu quý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của Vua muôn đời.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Thuật ơn vui vẻ khắp nơi, chứng ơn vui vẻ nào thôi.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62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Ta bước lên Si-ôn hè,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tiến lên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ngọn núi Si-ôn đẹp đẽ,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33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ngắm Si-ôn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ta hăng hái bước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tới thủ đô thiêng liêng vinh quang muôn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54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Muôn phước thiên thượng ngọt ngon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lưu xuống từ núi Si-ôn. Hiện ta vui hưởng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trước khi qua đời,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173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Hiện ta vui hưởng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trước khi lên trời.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Đường tinh kim tuy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chưa lên, dẫu chưa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lên cõi thượng thiên.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472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Ta bước lên Si-ôn hè,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tiến lên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ngọn núi Si-ôn đẹp đẽ,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332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ngắm Si-ôn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ta hăng hái bước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tới thủ đô thiêng liêng vinh quang muôn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54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Nay hãy ca tụng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không thôi, đôi mắt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lụy dứt tuôn rơi, ta mau qua xứ Em-ma-nu-ên,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04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cùng nhau qua xứ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Em-ma-nu-ên.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Đồng lên thiên quốc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hiển vinh, đến nơi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quốc đẹp xinh.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513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Ta bước lên Si-ôn hè,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tiến lên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ngọn núi Si-ôn đẹp đẽ,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332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ngắm Si-ôn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ta hăng hái bước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tới thủ đô thiêng liêng vinh quang muôn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54297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87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faithstocks-template-powerpoint-001</vt:lpstr>
      <vt:lpstr>Presentation1</vt:lpstr>
      <vt:lpstr>Thánh Ca 22 TA BƯỚC LÊN SI-ÔN</vt:lpstr>
      <vt:lpstr>1. Yêu Chúa ta họp tại đây, ai nấy lộ vẻ vui thay, cùng nhau ta hát thánh ca nhịp nhàng,</vt:lpstr>
      <vt:lpstr>Cùng nhau tâu khúc thánh ca dịu dàng. Hồi ta đương nhóm dưới ngai, nhóm chung quanh Đấng quyền oai.</vt:lpstr>
      <vt:lpstr>Ta bước lên Si-ôn hè, tiến lên ngọn núi Si-ôn đẹp đẽ, </vt:lpstr>
      <vt:lpstr>ngắm Si-ôn ta hăng hái bước tới thủ đô thiêng liêng vinh quang muôn đời.</vt:lpstr>
      <vt:lpstr>2. Bao kẻ không chịu tụng ca, do chẳng nhận biết Chúa Cha; nhưng ta con cái của Vua trên trời, </vt:lpstr>
      <vt:lpstr>Thật con yêu quý của Vua muôn đời. Thuật ơn vui vẻ khắp nơi, chứng ơn vui vẻ nào thôi. </vt:lpstr>
      <vt:lpstr>Ta bước lên Si-ôn hè, tiến lên ngọn núi Si-ôn đẹp đẽ, </vt:lpstr>
      <vt:lpstr>ngắm Si-ôn ta hăng hái bước tới thủ đô thiêng liêng vinh quang muôn đời.</vt:lpstr>
      <vt:lpstr>3. Muôn phước thiên thượng ngọt ngon lưu xuống từ núi Si-ôn. Hiện ta vui hưởng trước khi qua đời, </vt:lpstr>
      <vt:lpstr>Hiện ta vui hưởng trước khi lên trời. Đường tinh kim tuy chưa lên, dẫu chưa lên cõi thượng thiên.</vt:lpstr>
      <vt:lpstr>Ta bước lên Si-ôn hè, tiến lên ngọn núi Si-ôn đẹp đẽ, </vt:lpstr>
      <vt:lpstr>ngắm Si-ôn ta hăng hái bước tới thủ đô thiêng liêng vinh quang muôn đời.</vt:lpstr>
      <vt:lpstr>4. Nay hãy ca tụng không thôi, đôi mắt lụy dứt tuôn rơi, ta mau qua xứ Em-ma-nu-ên, </vt:lpstr>
      <vt:lpstr>cùng nhau qua xứ Em-ma-nu-ên. Đồng lên thiên quốc hiển vinh, đến nơi thiên quốc đẹp xinh.</vt:lpstr>
      <vt:lpstr>Ta bước lên Si-ôn hè, tiến lên ngọn núi Si-ôn đẹp đẽ, </vt:lpstr>
      <vt:lpstr>ngắm Si-ôn ta hăng hái bước tới thủ đô thiêng liêng vinh quang muôn đời.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22 Ta Bước Lên Si-ôn</dc:title>
  <dc:creator>Phan Minh Vinh An; KIETTTSE62520</dc:creator>
  <cp:lastModifiedBy>An Phan</cp:lastModifiedBy>
  <cp:revision>5</cp:revision>
  <dcterms:created xsi:type="dcterms:W3CDTF">2018-01-22T16:42:58Z</dcterms:created>
  <dcterms:modified xsi:type="dcterms:W3CDTF">2018-11-08T04:11:35Z</dcterms:modified>
</cp:coreProperties>
</file>