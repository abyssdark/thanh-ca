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35</a:t>
            </a:r>
            <a:br>
              <a:rPr lang="vi-VN" dirty="0"/>
            </a:br>
            <a:r>
              <a:rPr lang="vi-VN" dirty="0"/>
              <a:t>NGUYỀN ĐÊM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</a:t>
            </a:r>
            <a:r>
              <a:rPr lang="en-US" dirty="0"/>
              <a:t> </a:t>
            </a:r>
            <a:r>
              <a:rPr lang="vi-VN" dirty="0"/>
              <a:t>HÀ PHƯỚC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vi-VN" smtClean="0"/>
              <a:t>Nguyền </a:t>
            </a:r>
            <a:r>
              <a:rPr lang="vi-VN" dirty="0"/>
              <a:t>đêm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 hà phước tĩnh an,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lúc tôi nằm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gần</a:t>
            </a:r>
            <a:r>
              <a:rPr lang="en-US" dirty="0"/>
              <a:t> </a:t>
            </a:r>
            <a:r>
              <a:rPr lang="vi-VN" dirty="0"/>
              <a:t>yên giấc vàng;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56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Giờ tôi xưng tội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 khuyết điểm đây, </a:t>
            </a:r>
            <a:br>
              <a:rPr lang="vi-VN" dirty="0"/>
            </a:br>
            <a:r>
              <a:rPr lang="vi-VN" dirty="0"/>
              <a:t>Chúa tất cứu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rịt</a:t>
            </a:r>
            <a:r>
              <a:rPr lang="en-US" dirty="0"/>
              <a:t> </a:t>
            </a:r>
            <a:r>
              <a:rPr lang="vi-VN" dirty="0"/>
              <a:t>lành</a:t>
            </a:r>
            <a:r>
              <a:rPr lang="en-US" dirty="0"/>
              <a:t> </a:t>
            </a:r>
            <a:r>
              <a:rPr lang="vi-VN" dirty="0"/>
              <a:t>lòng nầy.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5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Dầu quanh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sự tàn phá phủ bao,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dẫu tên độc thù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chăm nảy vào,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31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Thì tôi luôn</a:t>
            </a:r>
            <a:r>
              <a:rPr lang="en-US" dirty="0"/>
              <a:t> </a:t>
            </a:r>
            <a:r>
              <a:rPr lang="vi-VN" dirty="0"/>
              <a:t>nằm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bình tĩnh ngủ ngon</a:t>
            </a:r>
            <a:r>
              <a:rPr lang="en-US" dirty="0"/>
              <a:t>,</a:t>
            </a:r>
            <a:br>
              <a:rPr lang="en-US" dirty="0"/>
            </a:br>
            <a:r>
              <a:rPr lang="vi-VN" dirty="0"/>
              <a:t>bởi Chúa bảo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thần gìn tròn.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85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Dầu ban đêm mù mịt khủng khiếp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tối tăm tuyệt chẳng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che mắt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6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 Christ nào hề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chớp mắt đâu,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thức dẫn dắt chiên Ngài nhiệm mầu.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4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Dầu đêm nay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bị</a:t>
            </a:r>
            <a:r>
              <a:rPr lang="en-US" dirty="0"/>
              <a:t> </a:t>
            </a:r>
            <a:r>
              <a:rPr lang="vi-VN" dirty="0"/>
              <a:t>thần chết hãm vô,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chỗ tôi nằm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ra</a:t>
            </a:r>
            <a:r>
              <a:rPr lang="en-US" dirty="0"/>
              <a:t> </a:t>
            </a:r>
            <a:r>
              <a:rPr lang="vi-VN" dirty="0"/>
              <a:t>mả mồ;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07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Nguyền ban mai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diệu kỳ đánh thức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đến nước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quang rạng đời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3760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20</TotalTime>
  <Words>44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35 NGUYỀN ĐÊM NAY CHRIST HÀ PHƯỚC</vt:lpstr>
      <vt:lpstr>1. Nguyền đêm nay Christ hà phước tĩnh an, lúc tôi nằm gần yên giấc vàng;</vt:lpstr>
      <vt:lpstr>Giờ tôi xưng tội cùng khuyết điểm đây,  Chúa tất cứu rịt lành lòng nầy.</vt:lpstr>
      <vt:lpstr>2. Dầu quanh tôi sự tàn phá phủ bao, dẫu tên độc thù chăm nảy vào, </vt:lpstr>
      <vt:lpstr>Thì tôi luôn nằm bình tĩnh ngủ ngon, bởi Chúa bảo thiên thần gìn tròn.</vt:lpstr>
      <vt:lpstr>3. Dầu ban đêm mù mịt khủng khiếp thay, tối tăm tuyệt chẳng che mắt Ngài. </vt:lpstr>
      <vt:lpstr>Jêsus Christ nào hề chớp mắt đâu, thức dẫn dắt chiên Ngài nhiệm mầu.</vt:lpstr>
      <vt:lpstr>4. Dầu đêm nay bị thần chết hãm vô, chỗ tôi nằm thành ra mả mồ; </vt:lpstr>
      <vt:lpstr>Nguyền ban mai diệu kỳ đánh thức tôi, đến nước Chúa quang rạng đời đời.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35 Nguyền Đêm Nay Christ Hà Phước</dc:title>
  <dc:creator>Phan Minh Vinh An; Windows User</dc:creator>
  <cp:lastModifiedBy>An Phan</cp:lastModifiedBy>
  <cp:revision>7</cp:revision>
  <dcterms:created xsi:type="dcterms:W3CDTF">2018-01-22T16:03:42Z</dcterms:created>
  <dcterms:modified xsi:type="dcterms:W3CDTF">2018-11-08T04:10:14Z</dcterms:modified>
</cp:coreProperties>
</file>