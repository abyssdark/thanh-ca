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70" r:id="rId4"/>
    <p:sldId id="260" r:id="rId5"/>
    <p:sldId id="271" r:id="rId6"/>
    <p:sldId id="261" r:id="rId7"/>
    <p:sldId id="272" r:id="rId8"/>
    <p:sldId id="262" r:id="rId9"/>
    <p:sldId id="273" r:id="rId10"/>
    <p:sldId id="263" r:id="rId11"/>
    <p:sldId id="274" r:id="rId12"/>
    <p:sldId id="264" r:id="rId13"/>
    <p:sldId id="275" r:id="rId14"/>
    <p:sldId id="265" r:id="rId15"/>
    <p:sldId id="276" r:id="rId16"/>
    <p:sldId id="266" r:id="rId17"/>
    <p:sldId id="277" r:id="rId18"/>
    <p:sldId id="259" r:id="rId19"/>
    <p:sldId id="278" r:id="rId20"/>
    <p:sldId id="267" r:id="rId21"/>
    <p:sldId id="279" r:id="rId22"/>
    <p:sldId id="268" r:id="rId23"/>
    <p:sldId id="280" r:id="rId24"/>
    <p:sldId id="269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0" y="66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06</a:t>
            </a:r>
            <a:br>
              <a:rPr lang="en-US" dirty="0"/>
            </a:br>
            <a:r>
              <a:rPr lang="en-US" dirty="0"/>
              <a:t>THÀNH TÂM</a:t>
            </a:r>
            <a:br>
              <a:rPr lang="en-US" dirty="0"/>
            </a:br>
            <a:r>
              <a:rPr lang="en-US" dirty="0"/>
              <a:t>TÔN VUA THÁNH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Thành </a:t>
            </a:r>
            <a:r>
              <a:rPr lang="vi-VN" dirty="0"/>
              <a:t>tâm tôn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Vua Thánh,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đầy hiển hách oai phong.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788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Niềm yêu thương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khôn sánh,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đáng hát xướng ghi lòng.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6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 Ngài là Thần hộ thân, linh, cây khiên, Vua muôn thuở.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536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Kìa vinh quang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bao chung quanh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Đấng khắp chốn tôn thờ.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006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 2. Ngợi khen Giê-hô-va, quyền phép rất siêu cao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87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vi-VN" dirty="0"/>
              <a:t>àn không trung che tỏa, ánh sáng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chính vương bào.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212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Bầu trời rền vang lôi oanh như đưa xa giá thánh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647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đi trên mây u minh cánh bão tố vô hình.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155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Nhìn xem muôn tinh tú cùng quả đất vẫn xoay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46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</a:t>
            </a:r>
            <a:r>
              <a:rPr lang="vi-VN" dirty="0"/>
              <a:t>ều do công linh Chúa, thuở sáng thế an bài.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207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Mọi sự vật thiên nhiên kia, quy tắc không cải hoán.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899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Đại dương bao quanh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bốn phía,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quả đất có đai ràng.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26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Sự chăm nom của Chúa miệng lưỡi khó tả 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583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vi-VN" dirty="0"/>
              <a:t>à bao nhiêu sinh khí, chiếu sáng khắp sơn hà.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410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Dội từ nguồn qua trung nguyên, đưa cao hơi nước bốc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273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vi-VN" dirty="0"/>
              <a:t>mây un lên gây nên giá móc nhỏ mưa ngọc.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469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Bầy chiên con non nớt, bụi đất vốn chóng tan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901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vi-VN" dirty="0"/>
              <a:t>hành tâm luôn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nương náu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Đấng</a:t>
            </a:r>
            <a:r>
              <a:rPr lang="en-US" dirty="0"/>
              <a:t> t</a:t>
            </a:r>
            <a:r>
              <a:rPr lang="vi-VN" dirty="0"/>
              <a:t>ín nghĩa châu toàn.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53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Lòng Ngài mềm dịu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nhưng luôn khăng khăng như đóng ấn.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311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thật Tạo Công,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Cứu Chúa, Thiết Hữu,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Bảo An Thần.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939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6. Tình yêu thương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của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</a:t>
            </a:r>
            <a:r>
              <a:rPr lang="en-US" dirty="0"/>
              <a:t> </a:t>
            </a:r>
            <a:r>
              <a:rPr lang="vi-VN" dirty="0"/>
              <a:t>chẳng thể chuyển lời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735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vi-VN" dirty="0"/>
              <a:t>ìa thiên binh hát múa, chúc Đấng ở ngai trời.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047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Vật thọ tạo vô giai thinh, tuy ca không êm ái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914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</a:t>
            </a:r>
            <a:r>
              <a:rPr lang="vi-VN" dirty="0"/>
              <a:t>ồng thanh đơn sơ,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bái kính, hát chúc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thiên đài.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726622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13</TotalTime>
  <Words>227</Words>
  <Application>Microsoft Office PowerPoint</Application>
  <PresentationFormat>Widescreen</PresentationFormat>
  <Paragraphs>25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Arial</vt:lpstr>
      <vt:lpstr>faithstocks-template-powerpoint-001</vt:lpstr>
      <vt:lpstr>Thánh Ca 06 THÀNH TÂM TÔN VUA THÁNH</vt:lpstr>
      <vt:lpstr>1. Thành tâm tôn Vua Thánh, đầy hiển hách oai phong.</vt:lpstr>
      <vt:lpstr>Niềm yêu thương khôn sánh, đáng hát xướng ghi lòng.</vt:lpstr>
      <vt:lpstr> Ngài là Thần hộ thân, linh, cây khiên, Vua muôn thuở. </vt:lpstr>
      <vt:lpstr>Kìa vinh quang bao chung quanh Đấng khắp chốn tôn thờ.</vt:lpstr>
      <vt:lpstr> 2. Ngợi khen Giê-hô-va, quyền phép rất siêu cao</vt:lpstr>
      <vt:lpstr>Tàn không trung che tỏa, ánh sáng chính vương bào. </vt:lpstr>
      <vt:lpstr>Bầu trời rền vang lôi oanh như đưa xa giá thánh</vt:lpstr>
      <vt:lpstr>Ngài đi trên mây u minh cánh bão tố vô hình.</vt:lpstr>
      <vt:lpstr>3. Nhìn xem muôn tinh tú cùng quả đất vẫn xoay</vt:lpstr>
      <vt:lpstr>Đều do công linh Chúa, thuở sáng thế an bài. </vt:lpstr>
      <vt:lpstr>Mọi sự vật thiên nhiên kia, quy tắc không cải hoán.</vt:lpstr>
      <vt:lpstr>Đại dương bao quanh bốn phía, quả đất có đai ràng.</vt:lpstr>
      <vt:lpstr>4. Sự chăm nom của Chúa miệng lưỡi khó tả ra</vt:lpstr>
      <vt:lpstr>Hà bao nhiêu sinh khí, chiếu sáng khắp sơn hà. </vt:lpstr>
      <vt:lpstr>Dội từ nguồn qua trung nguyên, đưa cao hơi nước bốc</vt:lpstr>
      <vt:lpstr>Luồng mây un lên gây nên giá móc nhỏ mưa ngọc.</vt:lpstr>
      <vt:lpstr>5. Bầy chiên con non nớt, bụi đất vốn chóng tan</vt:lpstr>
      <vt:lpstr>Thành tâm luôn nương náu Đấng tín nghĩa châu toàn. </vt:lpstr>
      <vt:lpstr>Lòng Ngài mềm dịu nhưng luôn khăng khăng như đóng ấn. </vt:lpstr>
      <vt:lpstr>Ngài thật Tạo Công, Cứu Chúa, Thiết Hữu, Bảo An Thần.</vt:lpstr>
      <vt:lpstr>6. Tình yêu thương của Chúa thật chẳng thể chuyển lời</vt:lpstr>
      <vt:lpstr>Kìa thiên binh hát múa, chúc Đấng ở ngai trời. </vt:lpstr>
      <vt:lpstr>Vật thọ tạo vô giai thinh, tuy ca không êm ái</vt:lpstr>
      <vt:lpstr>Đồng thanh đơn sơ, bái kính, hát chúc Chúa thiên đài.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06 Thành Tâm Tôn Vua Thánh</dc:title>
  <dc:creator>Phan Minh Vinh An; KIETTTSE62520</dc:creator>
  <cp:lastModifiedBy>An Phan</cp:lastModifiedBy>
  <cp:revision>5</cp:revision>
  <dcterms:created xsi:type="dcterms:W3CDTF">2018-01-21T04:37:32Z</dcterms:created>
  <dcterms:modified xsi:type="dcterms:W3CDTF">2018-11-08T04:13:27Z</dcterms:modified>
</cp:coreProperties>
</file>