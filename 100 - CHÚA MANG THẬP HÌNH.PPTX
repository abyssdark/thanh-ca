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7957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615703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224817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669022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086144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633970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603351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747709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5112815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196098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155672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02723172"/>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100</a:t>
            </a:r>
          </a:p>
          <a:p>
            <a:r>
              <a:rPr lang="vi-VN" dirty="0"/>
              <a:t>CHÚA MANG THẬP HÌNH</a:t>
            </a:r>
            <a:endParaRPr lang="en-US" dirty="0"/>
          </a:p>
        </p:txBody>
      </p:sp>
    </p:spTree>
    <p:extLst>
      <p:ext uri="{BB962C8B-B14F-4D97-AF65-F5344CB8AC3E}">
        <p14:creationId xmlns:p14="http://schemas.microsoft.com/office/powerpoint/2010/main" val="13679780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Ôi Chúa Jêsus đành mang thập hình, vì ác nhân đây Ngài phải </a:t>
            </a:r>
            <a:br>
              <a:rPr lang="en-US" dirty="0"/>
            </a:br>
            <a:r>
              <a:rPr lang="vi-VN" dirty="0"/>
              <a:t>hy sinh.</a:t>
            </a:r>
            <a:endParaRPr lang="en-US" dirty="0"/>
          </a:p>
        </p:txBody>
      </p:sp>
    </p:spTree>
    <p:extLst>
      <p:ext uri="{BB962C8B-B14F-4D97-AF65-F5344CB8AC3E}">
        <p14:creationId xmlns:p14="http://schemas.microsoft.com/office/powerpoint/2010/main" val="13684853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Đ</a:t>
            </a:r>
            <a:r>
              <a:rPr lang="vi-VN" dirty="0"/>
              <a:t>em đức yêu thương, ban ơn hòa bình, ngợi khen Jêsus, Chúa nhân lành.</a:t>
            </a:r>
            <a:endParaRPr lang="en-US" dirty="0"/>
          </a:p>
        </p:txBody>
      </p:sp>
    </p:spTree>
    <p:extLst>
      <p:ext uri="{BB962C8B-B14F-4D97-AF65-F5344CB8AC3E}">
        <p14:creationId xmlns:p14="http://schemas.microsoft.com/office/powerpoint/2010/main" val="4087128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Cứu người, Chúa vui mang thập hình. Thế tôi Chúa cam tâm hy sinh.</a:t>
            </a:r>
            <a:endParaRPr lang="en-US" dirty="0"/>
          </a:p>
        </p:txBody>
      </p:sp>
    </p:spTree>
    <p:extLst>
      <p:ext uri="{BB962C8B-B14F-4D97-AF65-F5344CB8AC3E}">
        <p14:creationId xmlns:p14="http://schemas.microsoft.com/office/powerpoint/2010/main" val="15898005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Chính tôi biết lấy chi đền bồi tình yêu vô đối. Ôi Chúa ôi!</a:t>
            </a:r>
            <a:endParaRPr lang="en-US" dirty="0"/>
          </a:p>
        </p:txBody>
      </p:sp>
    </p:spTree>
    <p:extLst>
      <p:ext uri="{BB962C8B-B14F-4D97-AF65-F5344CB8AC3E}">
        <p14:creationId xmlns:p14="http://schemas.microsoft.com/office/powerpoint/2010/main" val="22842404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a:t>
            </a:r>
            <a:r>
              <a:rPr lang="en-US" dirty="0"/>
              <a:t> </a:t>
            </a:r>
            <a:r>
              <a:rPr lang="vi-VN" dirty="0"/>
              <a:t>Ôi Chúa chí tôn vì sao hạ mình, đau khổ không nao, nhục nhã xem khinh,</a:t>
            </a:r>
            <a:endParaRPr lang="en-US" dirty="0"/>
          </a:p>
        </p:txBody>
      </p:sp>
    </p:spTree>
    <p:extLst>
      <p:ext uri="{BB962C8B-B14F-4D97-AF65-F5344CB8AC3E}">
        <p14:creationId xmlns:p14="http://schemas.microsoft.com/office/powerpoint/2010/main" val="3194827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t>
            </a:r>
            <a:r>
              <a:rPr lang="vi-VN" dirty="0"/>
              <a:t>hập giá xưa kia vui dâng mạng vàng, vì chuộc tôi đây huyết tuôn tràn.</a:t>
            </a:r>
            <a:endParaRPr lang="en-US" dirty="0"/>
          </a:p>
        </p:txBody>
      </p:sp>
    </p:spTree>
    <p:extLst>
      <p:ext uri="{BB962C8B-B14F-4D97-AF65-F5344CB8AC3E}">
        <p14:creationId xmlns:p14="http://schemas.microsoft.com/office/powerpoint/2010/main" val="11970714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Cứu người, Chúa vui mang thập hình. Thế tôi Chúa cam tâm hy sinh.</a:t>
            </a:r>
            <a:endParaRPr lang="en-US" dirty="0"/>
          </a:p>
        </p:txBody>
      </p:sp>
    </p:spTree>
    <p:extLst>
      <p:ext uri="{BB962C8B-B14F-4D97-AF65-F5344CB8AC3E}">
        <p14:creationId xmlns:p14="http://schemas.microsoft.com/office/powerpoint/2010/main" val="26994144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Chính tôi biết lấy chi đền bồi tình yêu vô đối. Ôi Chúa ôi!</a:t>
            </a:r>
            <a:endParaRPr lang="en-US" dirty="0"/>
          </a:p>
        </p:txBody>
      </p:sp>
    </p:spTree>
    <p:extLst>
      <p:ext uri="{BB962C8B-B14F-4D97-AF65-F5344CB8AC3E}">
        <p14:creationId xmlns:p14="http://schemas.microsoft.com/office/powerpoint/2010/main" val="36834155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a:t>
            </a:r>
            <a:r>
              <a:rPr lang="en-US" dirty="0"/>
              <a:t> </a:t>
            </a:r>
            <a:r>
              <a:rPr lang="vi-VN" dirty="0"/>
              <a:t>Do huyết Chúa tuôn lòng tôi sạch ròng, dạn dĩ đến nơi hạnh phước </a:t>
            </a:r>
            <a:br>
              <a:rPr lang="en-US" dirty="0"/>
            </a:br>
            <a:r>
              <a:rPr lang="vi-VN" dirty="0"/>
              <a:t>vô song.</a:t>
            </a:r>
            <a:endParaRPr lang="en-US" dirty="0"/>
          </a:p>
        </p:txBody>
      </p:sp>
    </p:spTree>
    <p:extLst>
      <p:ext uri="{BB962C8B-B14F-4D97-AF65-F5344CB8AC3E}">
        <p14:creationId xmlns:p14="http://schemas.microsoft.com/office/powerpoint/2010/main" val="946142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Tôi hiến thân, linh cho Jêsus hoài, truyền danh tôn vinh, cứu nhân loài.</a:t>
            </a:r>
            <a:endParaRPr lang="en-US" dirty="0"/>
          </a:p>
        </p:txBody>
      </p:sp>
    </p:spTree>
    <p:extLst>
      <p:ext uri="{BB962C8B-B14F-4D97-AF65-F5344CB8AC3E}">
        <p14:creationId xmlns:p14="http://schemas.microsoft.com/office/powerpoint/2010/main" val="41240003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Cứu người, Chúa vui mang thập hình. Thế tôi Chúa cam tâm hy sinh.</a:t>
            </a:r>
            <a:endParaRPr lang="en-US" dirty="0"/>
          </a:p>
        </p:txBody>
      </p:sp>
    </p:spTree>
    <p:extLst>
      <p:ext uri="{BB962C8B-B14F-4D97-AF65-F5344CB8AC3E}">
        <p14:creationId xmlns:p14="http://schemas.microsoft.com/office/powerpoint/2010/main" val="28860568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Chính tôi biết lấy chi đền bồi tình yêu vô đối. Ôi Chúa ôi!</a:t>
            </a:r>
            <a:endParaRPr lang="en-US" dirty="0"/>
          </a:p>
        </p:txBody>
      </p:sp>
    </p:spTree>
    <p:extLst>
      <p:ext uri="{BB962C8B-B14F-4D97-AF65-F5344CB8AC3E}">
        <p14:creationId xmlns:p14="http://schemas.microsoft.com/office/powerpoint/2010/main" val="41405164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215</Words>
  <Application>Microsoft Office PowerPoint</Application>
  <PresentationFormat>Widescreen</PresentationFormat>
  <Paragraphs>14</Paragraphs>
  <Slides>13</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13</vt:i4>
      </vt:variant>
    </vt:vector>
  </HeadingPairs>
  <TitlesOfParts>
    <vt:vector size="16" baseType="lpstr">
      <vt:lpstr>Arial</vt:lpstr>
      <vt:lpstr>faithstocks-template-powerpoint-001</vt:lpstr>
      <vt:lpstr>Presentation1</vt:lpstr>
      <vt:lpstr>Thánh Ca 100 CHÚA MANG THẬP HÌNH</vt:lpstr>
      <vt:lpstr>1. Ôi Chúa Jêsus đành mang thập hình, vì ác nhân đây Ngài phải  hy sinh.</vt:lpstr>
      <vt:lpstr>Đem đức yêu thương, ban ơn hòa bình, ngợi khen Jêsus, Chúa nhân lành.</vt:lpstr>
      <vt:lpstr>Cứu người, Chúa vui mang thập hình. Thế tôi Chúa cam tâm hy sinh.</vt:lpstr>
      <vt:lpstr>Chính tôi biết lấy chi đền bồi tình yêu vô đối. Ôi Chúa ôi!</vt:lpstr>
      <vt:lpstr>2. Ôi Chúa chí tôn vì sao hạ mình, đau khổ không nao, nhục nhã xem khinh,</vt:lpstr>
      <vt:lpstr>Thập giá xưa kia vui dâng mạng vàng, vì chuộc tôi đây huyết tuôn tràn.</vt:lpstr>
      <vt:lpstr>Cứu người, Chúa vui mang thập hình. Thế tôi Chúa cam tâm hy sinh.</vt:lpstr>
      <vt:lpstr>Chính tôi biết lấy chi đền bồi tình yêu vô đối. Ôi Chúa ôi!</vt:lpstr>
      <vt:lpstr>3. Do huyết Chúa tuôn lòng tôi sạch ròng, dạn dĩ đến nơi hạnh phước  vô song.</vt:lpstr>
      <vt:lpstr>Tôi hiến thân, linh cho Jêsus hoài, truyền danh tôn vinh, cứu nhân loài.</vt:lpstr>
      <vt:lpstr>Cứu người, Chúa vui mang thập hình. Thế tôi Chúa cam tâm hy sinh.</vt:lpstr>
      <vt:lpstr>Chính tôi biết lấy chi đền bồi tình yêu vô đối. Ôi Chúa ôi!</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100 - Chúa Mang Thập Hình   Thánh Ca 100 Chúa Mang Thập Hình  1. Ôi Chúa Jêsus đành mang thập hình, vì ác nhân đây Ngài phải hy sinh.  đem đức yêu thương, ban ơn hòa bình, ngợi khen Jêsus, Chúa nhân lành.  Cứu người, Chúa vui mang thập hình. Thế tôi Chúa cam tâm hy sinh.   Chính tôi biết lấy chi đền bồi tình yêu vô đối. Ôi Chúa ôi!  2. Ôi Chúa chí tôn vì sao hạ mình, đau khổ không nao, nhục nhã xem khinh,   thập giá xưa kia vui dâng mạng vàng, vì chuộc tôi đây huyết tuôn tràn.   Cứu người, Chúa vui mang thập hình. Thế tôi Chúa cam tâm hy sinh.   Chính tôi biết lấy chi đền bồi tình yêu vô đối. Ôi Chúa ôi!  Thánh Ca 100 Chúa Mang Thập Hình  3. Do huyết Chúa tuôn lòng tôi sạch ròng, dạn dĩ đến nơi hạnh phước vô song.   Tôi hiến thân, linh cho Jêsus hoài, truyền danh tôn vinh, cứu nhân loài.  Cứu người, Chúa vui mang thập hình. Thế tôi Chúa cam tâm hy sinh.   Chính tôi biết lấy chi đền bồi tình yêu vô đối. Ôi Chúa ôi!</dc:title>
  <dc:creator>Phan Minh Vinh An; An Phan</dc:creator>
  <cp:lastModifiedBy>Phan Minh Vinh An</cp:lastModifiedBy>
  <cp:revision>5</cp:revision>
  <dcterms:created xsi:type="dcterms:W3CDTF">2018-01-22T14:31:22Z</dcterms:created>
  <dcterms:modified xsi:type="dcterms:W3CDTF">2018-11-03T12:17:52Z</dcterms:modified>
</cp:coreProperties>
</file>