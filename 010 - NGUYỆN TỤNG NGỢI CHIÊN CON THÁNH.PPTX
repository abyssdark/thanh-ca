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59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36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10</a:t>
            </a:r>
            <a:br>
              <a:rPr lang="en-US" dirty="0"/>
            </a:br>
            <a:r>
              <a:rPr lang="en-US" dirty="0"/>
              <a:t>NGUYỆN TỤNG NGỢI CHIÊN CON THÁNH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GB"/>
              <a:t>1. </a:t>
            </a:r>
            <a:r>
              <a:rPr lang="vi-VN" smtClean="0"/>
              <a:t>Nguyện </a:t>
            </a:r>
            <a:r>
              <a:rPr lang="vi-VN" dirty="0"/>
              <a:t>tụng ngợi Chiên Con thánh,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hiến vương miện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kể muôn ngàn,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695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Cùng reo vang khúc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thiên ca hòa thanh,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lấp bao bản hát thế gian; Khá hát lớn linh hồn hỡi,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291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Chúc Đấng thay</a:t>
            </a:r>
            <a:r>
              <a:rPr lang="en-US" dirty="0"/>
              <a:t> </a:t>
            </a:r>
            <a:r>
              <a:rPr lang="vi-VN" dirty="0"/>
              <a:t>người chịu chết, chúc tán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Thánh Vương quân lâm mọi nơi,</a:t>
            </a:r>
            <a:r>
              <a:rPr lang="en-US" dirty="0"/>
              <a:t> </a:t>
            </a:r>
            <a:r>
              <a:rPr lang="vi-VN" dirty="0"/>
              <a:t>hát khúc hoan ca bất tuyệt.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3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Nguyện tụng ngợi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Vua nhân ái,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hiến</a:t>
            </a:r>
            <a:r>
              <a:rPr lang="en-US" dirty="0"/>
              <a:t> </a:t>
            </a:r>
            <a:r>
              <a:rPr lang="vi-VN" dirty="0"/>
              <a:t>vương miện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rất huy hoàng;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40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Kìa xem thương tích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chân, tay hòa hai,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chiếu ra</a:t>
            </a:r>
            <a:r>
              <a:rPr lang="en-US" dirty="0"/>
              <a:t> </a:t>
            </a:r>
            <a:r>
              <a:rPr lang="vi-VN" dirty="0"/>
              <a:t>ánh sáng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hiển vang! Những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dấu đinh kia lòa chói,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978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khiến mắt thiên binh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đều quáng,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trước ánh sáng thánh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vết thương bật soi, cúi xuống che mặt phục toàn.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526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Nguyện tụng ngợi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Vua an thới, hiến vương miện rất huy hoàng;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29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dẹp yên chiến tranh mọi nơi, đất ca xướng Chúa vĩnh an! Nước Chúa ta lâu dài bấy hãy hát chung quanh bệ thánh.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345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 Hoa trổ ở vết đinh chân Ngài đây, tỏa ngát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hương thơm thiên thành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2293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Nguyện tụng ngợi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Vua muôn thuở,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hiến vương miện Chúa niên thì,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69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dựng nên tinh tú,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yên định địa cơ, chẳng ai tả nổi đức uy! Cứu Chúa thay tôi chịu chết,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081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Ấy Đấng muôn vật</a:t>
            </a:r>
            <a:r>
              <a:rPr lang="en-US" dirty="0"/>
              <a:t> </a:t>
            </a:r>
            <a:br>
              <a:rPr lang="en-US" dirty="0"/>
            </a:br>
            <a:r>
              <a:rPr lang="vi-VN" dirty="0"/>
              <a:t>tụng tán, vinh hiển,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oai danh ai hay thuật hết, suốt muôn thu</a:t>
            </a:r>
            <a:r>
              <a:rPr lang="en-US"/>
              <a:t/>
            </a:r>
            <a:br>
              <a:rPr lang="en-US"/>
            </a:br>
            <a:r>
              <a:rPr lang="vi-VN"/>
              <a:t>không </a:t>
            </a:r>
            <a:r>
              <a:rPr lang="vi-VN" dirty="0"/>
              <a:t>suy tàn.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178567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6</TotalTime>
  <Words>98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faithstocks-template-powerpoint-001</vt:lpstr>
      <vt:lpstr>Thánh Ca 10 NGUYỆN TỤNG NGỢI CHIÊN CON THÁNH</vt:lpstr>
      <vt:lpstr> 1. Nguyện tụng ngợi Chiên Con thánh, hiến vương miện kể muôn ngàn,</vt:lpstr>
      <vt:lpstr>Cùng reo vang khúc thiên ca hòa thanh, lấp bao bản hát thế gian; Khá hát lớn linh hồn hỡi, </vt:lpstr>
      <vt:lpstr>Chúc Đấng thay người chịu chết, chúc tán Thánh Vương quân lâm mọi nơi, hát khúc hoan ca bất tuyệt.</vt:lpstr>
      <vt:lpstr>2. Nguyện tụng ngợi Vua nhân ái, hiến vương miện rất huy hoàng; </vt:lpstr>
      <vt:lpstr>Kìa xem thương tích chân, tay hòa hai, chiếu ra ánh sáng hiển vang! Những dấu đinh kia lòa chói, </vt:lpstr>
      <vt:lpstr>khiến mắt thiên binh đều quáng, trước ánh sáng thánh vết thương bật soi, cúi xuống che mặt phục toàn. </vt:lpstr>
      <vt:lpstr>3. Nguyện tụng ngợi Vua an thới, hiến vương miện rất huy hoàng; </vt:lpstr>
      <vt:lpstr>Ngài dẹp yên chiến tranh mọi nơi, đất ca xướng Chúa vĩnh an! Nước Chúa ta lâu dài bấy hãy hát chung quanh bệ thánh.</vt:lpstr>
      <vt:lpstr> Hoa trổ ở vết đinh chân Ngài đây, tỏa ngát hương thơm thiên thành.</vt:lpstr>
      <vt:lpstr>4. Nguyện tụng ngợi Vua muôn thuở, hiến vương miện Chúa niên thì, </vt:lpstr>
      <vt:lpstr>dựng nên tinh tú, yên định địa cơ, chẳng ai tả nổi đức uy! Cứu Chúa thay tôi chịu chết, </vt:lpstr>
      <vt:lpstr>Ấy Đấng muôn vật  tụng tán, vinh hiển, oai danh ai hay thuật hết, suốt muôn thu không suy tàn.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Thánh Ca 10 Nguyện Tụng Ngợi Chiên Con Thánh</dc:title>
  <dc:creator>Phan Minh Vinh An; KIETTTSE62520</dc:creator>
  <cp:lastModifiedBy>An Phan</cp:lastModifiedBy>
  <cp:revision>5</cp:revision>
  <dcterms:created xsi:type="dcterms:W3CDTF">2018-01-22T15:22:01Z</dcterms:created>
  <dcterms:modified xsi:type="dcterms:W3CDTF">2018-11-08T04:12:55Z</dcterms:modified>
</cp:coreProperties>
</file>