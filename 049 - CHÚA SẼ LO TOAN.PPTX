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  <p:sldMasterId id="2147483760" r:id="rId2"/>
  </p:sldMasterIdLst>
  <p:sldIdLst>
    <p:sldId id="256" r:id="rId3"/>
    <p:sldId id="257" r:id="rId4"/>
    <p:sldId id="259" r:id="rId5"/>
    <p:sldId id="260" r:id="rId6"/>
    <p:sldId id="273" r:id="rId7"/>
    <p:sldId id="261" r:id="rId8"/>
    <p:sldId id="262" r:id="rId9"/>
    <p:sldId id="274" r:id="rId10"/>
    <p:sldId id="275" r:id="rId11"/>
    <p:sldId id="264" r:id="rId12"/>
    <p:sldId id="265" r:id="rId13"/>
    <p:sldId id="276" r:id="rId14"/>
    <p:sldId id="277" r:id="rId15"/>
    <p:sldId id="266" r:id="rId16"/>
    <p:sldId id="268" r:id="rId17"/>
    <p:sldId id="278" r:id="rId18"/>
    <p:sldId id="279" r:id="rId19"/>
    <p:sldId id="270" r:id="rId20"/>
    <p:sldId id="271" r:id="rId21"/>
    <p:sldId id="280" r:id="rId22"/>
    <p:sldId id="28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87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660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12" y="774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482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523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5147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7898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6270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3306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254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8309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144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81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567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720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Thánh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49</a:t>
            </a:r>
            <a:br>
              <a:rPr lang="en-US" dirty="0"/>
            </a:br>
            <a:r>
              <a:rPr lang="en-US" dirty="0"/>
              <a:t>CHÚA SẼ LO TOAN</a:t>
            </a:r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1. </a:t>
            </a:r>
            <a:r>
              <a:rPr lang="vi-VN" smtClean="0"/>
              <a:t>Giờ </a:t>
            </a:r>
            <a:r>
              <a:rPr lang="vi-VN" dirty="0"/>
              <a:t>bạn gặp gian truân chớ hoang mang,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nhờ Chúa lo liệu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châu toàn;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850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Bạn cần dựa nương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trong cánh yêu đang,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nhờ Chúa lo liệu bảo an.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154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Chúa sẽ luôn luôn lo toan, trong mỗi năm, ngày,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qua cả đời nầy;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142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Ngài lo chu cấp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thích đáng,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Chúa sẽ lo sẵn từng giây.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76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Bạn gặp hồi gian lao khiến nản tâm,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nhờ Chúa lo liệu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châu toàn.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359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Dọc đường bạn gặp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tai ách nhiễu xâm,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nhờ Chúa lo liệu bảo an.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914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Chúa sẽ luôn luôn lo toan, trong mỗi năm, ngày,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qua cả đời nầy;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432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Ngài lo chu cấp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thích đáng,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Chúa sẽ lo sẵn từng giây.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500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Mọi điều cần nhu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do Chúa cấp chu,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nhờ Chúa lo liệu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châu toàn;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470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Bạn hằng cậy trông Chúa ắt phỉ phu, nhờ Chúa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lo liệu bảo an.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840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Chúa sẽ luôn luôn lo toan, trong mỗi năm, ngày,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qua cả đời nầy;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432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Ngài lo chu cấp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thích đáng,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Chúa sẽ lo sẵn từng giây.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500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 Dầu bạn bè phân ly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phải cố đan, nhờ Chúa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lo liệu châu toàn;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019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Ngài rịt lành sầu tâm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đã vỡ tan, nhờ Chúa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lo liệu bảo an.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5627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Chúa sẽ luôn luôn lo toan, trong mỗi năm, ngày,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qua cả đời nầy;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4320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Ngài lo chu cấp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thích đáng,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Chúa sẽ lo sẵn từng giây.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500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5. Dầu gặp rèn thử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đau đớn đến đâu,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nhờ Chúa lo liệu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châu toàn;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8036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Bạn mệt, dựa ngực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Chân Chúa mau mau,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nhờ Chúa lo liệu bảo an.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6882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Chúa sẽ luôn luôn lo toan, trong mỗi năm, ngày,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qua cả đời nầy;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4320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Ngài lo chu cấp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thích đáng,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Chúa sẽ lo sẵn từng giây.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500037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ppt/theme/theme2.xml><?xml version="1.0" encoding="utf-8"?>
<a:theme xmlns:a="http://schemas.openxmlformats.org/drawingml/2006/main" name="Presentation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ocument Themes.potx" id="{6A44481B-8EE0-4478-8270-5C7A3D7973D1}" vid="{BC5D5854-44EB-413B-9822-CB9A1AE0F1A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4</TotalTime>
  <Words>158</Words>
  <Application>Microsoft Office PowerPoint</Application>
  <PresentationFormat>Widescreen</PresentationFormat>
  <Paragraphs>21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faithstocks-template-powerpoint-001</vt:lpstr>
      <vt:lpstr>Presentation1</vt:lpstr>
      <vt:lpstr>Thánh Ca 49 CHÚA SẼ LO TOAN</vt:lpstr>
      <vt:lpstr>1. Giờ bạn gặp gian truân chớ hoang mang, nhờ Chúa lo liệu châu toàn;</vt:lpstr>
      <vt:lpstr>Bạn cần dựa nương trong cánh yêu đang, nhờ Chúa lo liệu bảo an.</vt:lpstr>
      <vt:lpstr>Chúa sẽ luôn luôn lo toan, trong mỗi năm, ngày, qua cả đời nầy;</vt:lpstr>
      <vt:lpstr>Ngài lo chu cấp thích đáng, Chúa sẽ lo sẵn từng giây.</vt:lpstr>
      <vt:lpstr>2. Bạn gặp hồi gian lao khiến nản tâm, nhờ Chúa lo liệu châu toàn. </vt:lpstr>
      <vt:lpstr>Dọc đường bạn gặp tai ách nhiễu xâm, nhờ Chúa lo liệu bảo an.</vt:lpstr>
      <vt:lpstr>Chúa sẽ luôn luôn lo toan, trong mỗi năm, ngày, qua cả đời nầy;</vt:lpstr>
      <vt:lpstr>Ngài lo chu cấp thích đáng, Chúa sẽ lo sẵn từng giây.</vt:lpstr>
      <vt:lpstr>3. Mọi điều cần nhu do Chúa cấp chu, nhờ Chúa lo liệu châu toàn; </vt:lpstr>
      <vt:lpstr>Bạn hằng cậy trông Chúa ắt phỉ phu, nhờ Chúa lo liệu bảo an.</vt:lpstr>
      <vt:lpstr>Chúa sẽ luôn luôn lo toan, trong mỗi năm, ngày, qua cả đời nầy;</vt:lpstr>
      <vt:lpstr>Ngài lo chu cấp thích đáng, Chúa sẽ lo sẵn từng giây.</vt:lpstr>
      <vt:lpstr>4. Dầu bạn bè phân ly phải cố đan, nhờ Chúa lo liệu châu toàn; </vt:lpstr>
      <vt:lpstr>Ngài rịt lành sầu tâm đã vỡ tan, nhờ Chúa lo liệu bảo an.</vt:lpstr>
      <vt:lpstr>Chúa sẽ luôn luôn lo toan, trong mỗi năm, ngày, qua cả đời nầy;</vt:lpstr>
      <vt:lpstr>Ngài lo chu cấp thích đáng, Chúa sẽ lo sẵn từng giây.</vt:lpstr>
      <vt:lpstr>5. Dầu gặp rèn thử đau đớn đến đâu, nhờ Chúa lo liệu châu toàn; </vt:lpstr>
      <vt:lpstr>Bạn mệt, dựa ngực Chân Chúa mau mau, nhờ Chúa lo liệu bảo an.</vt:lpstr>
      <vt:lpstr>Chúa sẽ luôn luôn lo toan, trong mỗi năm, ngày, qua cả đời nầy;</vt:lpstr>
      <vt:lpstr>Ngài lo chu cấp thích đáng, Chúa sẽ lo sẵn từng giây.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49 Chúa Sẽ Lo Toan</dc:title>
  <dc:creator>Phan Minh Vinh An; KIETTTSE62520</dc:creator>
  <cp:lastModifiedBy>An Phan</cp:lastModifiedBy>
  <cp:revision>4</cp:revision>
  <dcterms:created xsi:type="dcterms:W3CDTF">2018-01-29T14:07:22Z</dcterms:created>
  <dcterms:modified xsi:type="dcterms:W3CDTF">2018-11-08T04:07:03Z</dcterms:modified>
</cp:coreProperties>
</file>