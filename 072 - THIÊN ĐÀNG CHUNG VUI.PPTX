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9113"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27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814146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273048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51122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513810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9910676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495918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7914285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8901345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0981074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8032347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0547256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5934859"/>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72</a:t>
            </a:r>
          </a:p>
          <a:p>
            <a:r>
              <a:rPr lang="vi-VN" dirty="0"/>
              <a:t>THIÊN ĐÀNG</a:t>
            </a:r>
            <a:br>
              <a:rPr lang="en-US"/>
            </a:br>
            <a:r>
              <a:rPr lang="vi-VN"/>
              <a:t>CHUNG </a:t>
            </a:r>
            <a:r>
              <a:rPr lang="vi-VN" dirty="0"/>
              <a:t>VUI</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1. Thiên đàng chung vui Con Chúa ra đời đêm thánh, đêm hiển vinh</a:t>
            </a:r>
            <a:br>
              <a:rPr lang="en-US" dirty="0"/>
            </a:br>
            <a:r>
              <a:rPr lang="vi-VN" dirty="0"/>
              <a:t>đêm hòa bình; </a:t>
            </a:r>
            <a:endParaRPr lang="en-US" dirty="0"/>
          </a:p>
        </p:txBody>
      </p:sp>
    </p:spTree>
    <p:extLst>
      <p:ext uri="{BB962C8B-B14F-4D97-AF65-F5344CB8AC3E}">
        <p14:creationId xmlns:p14="http://schemas.microsoft.com/office/powerpoint/2010/main" val="1480436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Con Trời thương ta không quản ngôi vàng cao cả, Ngài xuống trần gian </a:t>
            </a:r>
            <a:br>
              <a:rPr lang="en-US" dirty="0"/>
            </a:br>
            <a:r>
              <a:rPr lang="vi-VN" dirty="0"/>
              <a:t>cứu ta. </a:t>
            </a:r>
            <a:endParaRPr lang="en-US" dirty="0"/>
          </a:p>
        </p:txBody>
      </p:sp>
    </p:spTree>
    <p:extLst>
      <p:ext uri="{BB962C8B-B14F-4D97-AF65-F5344CB8AC3E}">
        <p14:creationId xmlns:p14="http://schemas.microsoft.com/office/powerpoint/2010/main" val="1708455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Dưới đời ca xướng trên trời hòa thinh, chúc mừng Hài nhi đem đến kỷ nguyên thanh bình; </a:t>
            </a:r>
            <a:endParaRPr lang="en-US" dirty="0"/>
          </a:p>
        </p:txBody>
      </p:sp>
    </p:spTree>
    <p:extLst>
      <p:ext uri="{BB962C8B-B14F-4D97-AF65-F5344CB8AC3E}">
        <p14:creationId xmlns:p14="http://schemas.microsoft.com/office/powerpoint/2010/main" val="3302391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Ồ lạ thay Con trẻ đang nằm trong máng, là Jêsus Chân Chúa trần gian.</a:t>
            </a:r>
            <a:endParaRPr lang="en-US" dirty="0"/>
          </a:p>
        </p:txBody>
      </p:sp>
    </p:spTree>
    <p:extLst>
      <p:ext uri="{BB962C8B-B14F-4D97-AF65-F5344CB8AC3E}">
        <p14:creationId xmlns:p14="http://schemas.microsoft.com/office/powerpoint/2010/main" val="2853498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Thiên thần bay mau đem xuống tin lành tươi mới, tuyên bố Vua ta </a:t>
            </a:r>
            <a:br>
              <a:rPr lang="en-US" dirty="0"/>
            </a:br>
            <a:r>
              <a:rPr lang="vi-VN" dirty="0"/>
              <a:t>ra đời; </a:t>
            </a:r>
            <a:endParaRPr lang="en-US" dirty="0"/>
          </a:p>
        </p:txBody>
      </p:sp>
    </p:spTree>
    <p:extLst>
      <p:ext uri="{BB962C8B-B14F-4D97-AF65-F5344CB8AC3E}">
        <p14:creationId xmlns:p14="http://schemas.microsoft.com/office/powerpoint/2010/main" val="3476405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Con Trời vinh quang sinh chốn đê hèn dương thế, chuộc nhân loại trong </a:t>
            </a:r>
            <a:br>
              <a:rPr lang="en-US" dirty="0"/>
            </a:br>
            <a:r>
              <a:rPr lang="vi-VN" dirty="0"/>
              <a:t>bến mê.</a:t>
            </a:r>
            <a:endParaRPr lang="en-US" dirty="0"/>
          </a:p>
        </p:txBody>
      </p:sp>
    </p:spTree>
    <p:extLst>
      <p:ext uri="{BB962C8B-B14F-4D97-AF65-F5344CB8AC3E}">
        <p14:creationId xmlns:p14="http://schemas.microsoft.com/office/powerpoint/2010/main" val="317774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Dưới đời ca xướng trên trời hòa thinh, chúc mừng Hài nhi đem đến kỷ nguyên thanh bình; </a:t>
            </a:r>
            <a:endParaRPr lang="en-US" dirty="0"/>
          </a:p>
        </p:txBody>
      </p:sp>
    </p:spTree>
    <p:extLst>
      <p:ext uri="{BB962C8B-B14F-4D97-AF65-F5344CB8AC3E}">
        <p14:creationId xmlns:p14="http://schemas.microsoft.com/office/powerpoint/2010/main" val="4115194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Ồ lạ thay Con trẻ đang nằm trong máng, là Jêsus Chân Chúa trần gian.</a:t>
            </a:r>
            <a:endParaRPr lang="en-US" dirty="0"/>
          </a:p>
        </p:txBody>
      </p:sp>
    </p:spTree>
    <p:extLst>
      <p:ext uri="{BB962C8B-B14F-4D97-AF65-F5344CB8AC3E}">
        <p14:creationId xmlns:p14="http://schemas.microsoft.com/office/powerpoint/2010/main" val="4272367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Xưa mục đồng nghe tin, kiếm Con Trời chiêm bái, Bác sĩ bôn ba tìm Ngài; </a:t>
            </a:r>
            <a:endParaRPr lang="en-US" dirty="0"/>
          </a:p>
        </p:txBody>
      </p:sp>
    </p:spTree>
    <p:extLst>
      <p:ext uri="{BB962C8B-B14F-4D97-AF65-F5344CB8AC3E}">
        <p14:creationId xmlns:p14="http://schemas.microsoft.com/office/powerpoint/2010/main" val="201481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Nay đồng bào ta nên đến tôn thờ Con Thánh, cùng nhau mừng Vua </a:t>
            </a:r>
            <a:br>
              <a:rPr lang="en-US" dirty="0"/>
            </a:br>
            <a:r>
              <a:rPr lang="vi-VN" dirty="0"/>
              <a:t>giáng sanh.</a:t>
            </a:r>
            <a:endParaRPr lang="en-US" dirty="0"/>
          </a:p>
        </p:txBody>
      </p:sp>
    </p:spTree>
    <p:extLst>
      <p:ext uri="{BB962C8B-B14F-4D97-AF65-F5344CB8AC3E}">
        <p14:creationId xmlns:p14="http://schemas.microsoft.com/office/powerpoint/2010/main" val="148968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Dưới đời ca xướng trên trời hòa thinh, chúc mừng Hài nhi đem đến kỷ nguyên thanh bình; </a:t>
            </a:r>
            <a:endParaRPr lang="en-US" dirty="0"/>
          </a:p>
        </p:txBody>
      </p:sp>
    </p:spTree>
    <p:extLst>
      <p:ext uri="{BB962C8B-B14F-4D97-AF65-F5344CB8AC3E}">
        <p14:creationId xmlns:p14="http://schemas.microsoft.com/office/powerpoint/2010/main" val="2198377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Ồ lạ thay Con trẻ đang nằm trong máng, là Jêsus Chân Chúa trần gian.</a:t>
            </a:r>
            <a:endParaRPr lang="en-US" dirty="0"/>
          </a:p>
        </p:txBody>
      </p:sp>
    </p:spTree>
    <p:extLst>
      <p:ext uri="{BB962C8B-B14F-4D97-AF65-F5344CB8AC3E}">
        <p14:creationId xmlns:p14="http://schemas.microsoft.com/office/powerpoint/2010/main" val="3690767125"/>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4</TotalTime>
  <Words>215</Words>
  <Application>Microsoft Office PowerPoint</Application>
  <PresentationFormat>Widescreen</PresentationFormat>
  <Paragraphs>14</Paragraphs>
  <Slides>13</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13</vt:i4>
      </vt:variant>
    </vt:vector>
  </HeadingPairs>
  <TitlesOfParts>
    <vt:vector size="16" baseType="lpstr">
      <vt:lpstr>Arial</vt:lpstr>
      <vt:lpstr>faithstocks-template-powerpoint-001</vt:lpstr>
      <vt:lpstr>Presentation1</vt:lpstr>
      <vt:lpstr>Thánh Ca 72 THIÊN ĐÀNG CHUNG VUI</vt:lpstr>
      <vt:lpstr>1. Thiên đàng chung vui Con Chúa ra đời đêm thánh, đêm hiển vinh đêm hòa bình; </vt:lpstr>
      <vt:lpstr>Con Trời thương ta không quản ngôi vàng cao cả, Ngài xuống trần gian  cứu ta. </vt:lpstr>
      <vt:lpstr>Dưới đời ca xướng trên trời hòa thinh, chúc mừng Hài nhi đem đến kỷ nguyên thanh bình; </vt:lpstr>
      <vt:lpstr>Ồ lạ thay Con trẻ đang nằm trong máng, là Jêsus Chân Chúa trần gian.</vt:lpstr>
      <vt:lpstr>2. Thiên thần bay mau đem xuống tin lành tươi mới, tuyên bố Vua ta  ra đời; </vt:lpstr>
      <vt:lpstr>Con Trời vinh quang sinh chốn đê hèn dương thế, chuộc nhân loại trong  bến mê.</vt:lpstr>
      <vt:lpstr>Dưới đời ca xướng trên trời hòa thinh, chúc mừng Hài nhi đem đến kỷ nguyên thanh bình; </vt:lpstr>
      <vt:lpstr>Ồ lạ thay Con trẻ đang nằm trong máng, là Jêsus Chân Chúa trần gian.</vt:lpstr>
      <vt:lpstr>3. Xưa mục đồng nghe tin, kiếm Con Trời chiêm bái, Bác sĩ bôn ba tìm Ngài; </vt:lpstr>
      <vt:lpstr>Nay đồng bào ta nên đến tôn thờ Con Thánh, cùng nhau mừng Vua  giáng sanh.</vt:lpstr>
      <vt:lpstr>Dưới đời ca xướng trên trời hòa thinh, chúc mừng Hài nhi đem đến kỷ nguyên thanh bình; </vt:lpstr>
      <vt:lpstr>Ồ lạ thay Con trẻ đang nằm trong máng, là Jêsus Chân Chúa trần gian.</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072 - Thiên Đàng Chung Vui   Thánh Ca 72 Thiên Đàng Chung Vui  1. Thiên đàng chung vui Con Chúa ra đời đêm thánh, đêm hiển vinh đêm hòa bình;   Con Trời thương ta không quản ngôi vàng cao cả,  Ngài xuống trần gian cứu ta.   Dưới đời ca xướng trên trời hòa thinh, chúc mừng Hài nhi đem đến kỷ nguyên thanh bình;   Ồ lạ thay Con trẻ đang nằm trong máng, là Jêsus  Chân Chúa trần gian.  2. Thiên thần bay mau đem xuống tin lành tươi mới, tuyên bố Vua ta ra đời;   Con Trời vinh quang sinh chốn đê hèn dương thế,  chuộc nhân loại trong bến mê.  Dưới đời ca xướng trên trời hòa thinh, chúc mừng Hài nhi đem đến kỷ nguyên thanh bình;   Ồ lạ thay Con trẻ đang nằm trong máng, là Jêsus  Chân Chúa trần gian.  3. Xưa mục đồng nghe tin, kiếm Con Trời chiêm bái, Bác sĩ bôn ba tìm Ngài;   Nay đồng bào ta nên đến tôn thờ Con Thánh, cùng nhau mừng Vua giáng sanh.  Dưới đời ca xướng trên trời hòa thinh, chúc mừng Hài nhi đem đến kỷ nguyên thanh bình;   Ồ lạ thay Con trẻ đang nằm trong máng, là Jêsus  Chân Chúa trần gian.</dc:title>
  <dc:creator>Phan Minh Vinh An; An Phan</dc:creator>
  <cp:lastModifiedBy>Phan Minh Vinh An</cp:lastModifiedBy>
  <cp:revision>5</cp:revision>
  <dcterms:created xsi:type="dcterms:W3CDTF">2018-01-21T23:25:30Z</dcterms:created>
  <dcterms:modified xsi:type="dcterms:W3CDTF">2018-11-03T07:09:17Z</dcterms:modified>
</cp:coreProperties>
</file>