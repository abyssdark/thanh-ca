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2676"/>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933481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69394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381024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490722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865497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9234521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084855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4570823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27795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681922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797330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40614558"/>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73</a:t>
            </a:r>
          </a:p>
          <a:p>
            <a:r>
              <a:rPr lang="vi-VN" dirty="0"/>
              <a:t>NÔ-ÊN ĐẦU TIÊN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Nô-ên đầu tiên thiên sứ rao truyền cho kẻ chăn nghèo đang thức</a:t>
            </a:r>
            <a:br>
              <a:rPr lang="en-US"/>
            </a:br>
            <a:r>
              <a:rPr lang="vi-VN"/>
              <a:t>quanh </a:t>
            </a:r>
            <a:r>
              <a:rPr lang="vi-VN" dirty="0"/>
              <a:t>miền. </a:t>
            </a:r>
            <a:endParaRPr lang="en-US" dirty="0"/>
          </a:p>
        </p:txBody>
      </p:sp>
    </p:spTree>
    <p:extLst>
      <p:ext uri="{BB962C8B-B14F-4D97-AF65-F5344CB8AC3E}">
        <p14:creationId xmlns:p14="http://schemas.microsoft.com/office/powerpoint/2010/main" val="4617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Quây quần cùng nhau canh giữ chiên nhà, đêm giá canh trường thân phủ sương già.</a:t>
            </a:r>
            <a:endParaRPr lang="en-US" dirty="0"/>
          </a:p>
        </p:txBody>
      </p:sp>
    </p:spTree>
    <p:extLst>
      <p:ext uri="{BB962C8B-B14F-4D97-AF65-F5344CB8AC3E}">
        <p14:creationId xmlns:p14="http://schemas.microsoft.com/office/powerpoint/2010/main" val="4009400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a:t>
            </a:r>
            <a:br>
              <a:rPr lang="en-US" dirty="0"/>
            </a:br>
            <a:r>
              <a:rPr lang="vi-VN" dirty="0"/>
              <a:t>Nô-ên, Nô-ên,</a:t>
            </a:r>
            <a:br>
              <a:rPr lang="en-US" dirty="0"/>
            </a:br>
            <a:r>
              <a:rPr lang="vi-VN" dirty="0"/>
              <a:t>Chính đêm sanh</a:t>
            </a:r>
            <a:r>
              <a:rPr lang="en-US" dirty="0"/>
              <a:t> </a:t>
            </a:r>
            <a:r>
              <a:rPr lang="vi-VN" dirty="0"/>
              <a:t>Vua</a:t>
            </a:r>
            <a:br>
              <a:rPr lang="en-US" dirty="0"/>
            </a:br>
            <a:r>
              <a:rPr lang="vi-VN" dirty="0"/>
              <a:t>Y-sơ-ra-ên! </a:t>
            </a:r>
            <a:endParaRPr lang="en-US" dirty="0"/>
          </a:p>
        </p:txBody>
      </p:sp>
    </p:spTree>
    <p:extLst>
      <p:ext uri="{BB962C8B-B14F-4D97-AF65-F5344CB8AC3E}">
        <p14:creationId xmlns:p14="http://schemas.microsoft.com/office/powerpoint/2010/main" val="244048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Bỗng một ngôi sao họ thấy xa xa, đang chiếu bên trời đông ánh rạng lòa. </a:t>
            </a:r>
            <a:endParaRPr lang="en-US" dirty="0"/>
          </a:p>
        </p:txBody>
      </p:sp>
    </p:spTree>
    <p:extLst>
      <p:ext uri="{BB962C8B-B14F-4D97-AF65-F5344CB8AC3E}">
        <p14:creationId xmlns:p14="http://schemas.microsoft.com/office/powerpoint/2010/main" val="925936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Tia hào quang kia soi khắp sơn hà, không cứ đêm ngày soi sáng</a:t>
            </a:r>
            <a:br>
              <a:rPr lang="en-US" dirty="0"/>
            </a:br>
            <a:r>
              <a:rPr lang="vi-VN" dirty="0"/>
              <a:t>muôn nhà.</a:t>
            </a:r>
            <a:endParaRPr lang="en-US" dirty="0"/>
          </a:p>
        </p:txBody>
      </p:sp>
    </p:spTree>
    <p:extLst>
      <p:ext uri="{BB962C8B-B14F-4D97-AF65-F5344CB8AC3E}">
        <p14:creationId xmlns:p14="http://schemas.microsoft.com/office/powerpoint/2010/main" val="3373085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 </a:t>
            </a:r>
          </a:p>
          <a:p>
            <a:r>
              <a:rPr lang="vi-VN" dirty="0"/>
              <a:t>Nô-ên, Nô-ên, </a:t>
            </a:r>
          </a:p>
          <a:p>
            <a:r>
              <a:rPr lang="vi-VN" dirty="0"/>
              <a:t>Chính đêm sanh Vua </a:t>
            </a:r>
          </a:p>
          <a:p>
            <a:r>
              <a:rPr lang="vi-VN" dirty="0"/>
              <a:t>Y-sơ-ra-ên! </a:t>
            </a:r>
            <a:endParaRPr lang="en-US" dirty="0"/>
          </a:p>
        </p:txBody>
      </p:sp>
    </p:spTree>
    <p:extLst>
      <p:ext uri="{BB962C8B-B14F-4D97-AF65-F5344CB8AC3E}">
        <p14:creationId xmlns:p14="http://schemas.microsoft.com/office/powerpoint/2010/main" val="2768577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Cũng nhờ hào quang do chính sao nầy, bác sĩ ba người chung đến vui vầy. </a:t>
            </a:r>
            <a:endParaRPr lang="en-US" dirty="0"/>
          </a:p>
        </p:txBody>
      </p:sp>
    </p:spTree>
    <p:extLst>
      <p:ext uri="{BB962C8B-B14F-4D97-AF65-F5344CB8AC3E}">
        <p14:creationId xmlns:p14="http://schemas.microsoft.com/office/powerpoint/2010/main" val="2309713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Bước lần lần theo sao sáng trên trời, nôn nả đi tìm Vua mới ra đời.</a:t>
            </a:r>
            <a:endParaRPr lang="en-US" dirty="0"/>
          </a:p>
        </p:txBody>
      </p:sp>
    </p:spTree>
    <p:extLst>
      <p:ext uri="{BB962C8B-B14F-4D97-AF65-F5344CB8AC3E}">
        <p14:creationId xmlns:p14="http://schemas.microsoft.com/office/powerpoint/2010/main" val="1429865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 </a:t>
            </a:r>
          </a:p>
          <a:p>
            <a:r>
              <a:rPr lang="vi-VN" dirty="0"/>
              <a:t>Nô-ên, Nô-ên, </a:t>
            </a:r>
          </a:p>
          <a:p>
            <a:r>
              <a:rPr lang="vi-VN" dirty="0"/>
              <a:t>Chính đêm sanh Vua </a:t>
            </a:r>
          </a:p>
          <a:p>
            <a:r>
              <a:rPr lang="vi-VN" dirty="0"/>
              <a:t>Y-sơ-ra-ên! </a:t>
            </a:r>
            <a:endParaRPr lang="en-US" dirty="0"/>
          </a:p>
        </p:txBody>
      </p:sp>
    </p:spTree>
    <p:extLst>
      <p:ext uri="{BB962C8B-B14F-4D97-AF65-F5344CB8AC3E}">
        <p14:creationId xmlns:p14="http://schemas.microsoft.com/office/powerpoint/2010/main" val="2504117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Sao lần lần qua tây bắc sáng trưng, đến Bết-lê-hem sao bỗng</a:t>
            </a:r>
            <a:br>
              <a:rPr lang="en-US" dirty="0"/>
            </a:br>
            <a:r>
              <a:rPr lang="vi-VN" dirty="0"/>
              <a:t>nhiên ngừng. </a:t>
            </a:r>
            <a:endParaRPr lang="en-US" dirty="0"/>
          </a:p>
        </p:txBody>
      </p:sp>
    </p:spTree>
    <p:extLst>
      <p:ext uri="{BB962C8B-B14F-4D97-AF65-F5344CB8AC3E}">
        <p14:creationId xmlns:p14="http://schemas.microsoft.com/office/powerpoint/2010/main" val="4251477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Nơi này dị tinh đứng mãi không dời, chính chỗ Anh Hài Jêsus ra đời.</a:t>
            </a:r>
            <a:endParaRPr lang="en-US" dirty="0"/>
          </a:p>
        </p:txBody>
      </p:sp>
    </p:spTree>
    <p:extLst>
      <p:ext uri="{BB962C8B-B14F-4D97-AF65-F5344CB8AC3E}">
        <p14:creationId xmlns:p14="http://schemas.microsoft.com/office/powerpoint/2010/main" val="2588332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 </a:t>
            </a:r>
          </a:p>
          <a:p>
            <a:r>
              <a:rPr lang="vi-VN" dirty="0"/>
              <a:t>Nô-ên, Nô-ên, </a:t>
            </a:r>
          </a:p>
          <a:p>
            <a:r>
              <a:rPr lang="vi-VN" dirty="0"/>
              <a:t>Chính đêm sanh Vua </a:t>
            </a:r>
          </a:p>
          <a:p>
            <a:r>
              <a:rPr lang="vi-VN" dirty="0"/>
              <a:t>Y-sơ-ra-ên!</a:t>
            </a:r>
            <a:endParaRPr lang="en-US" dirty="0"/>
          </a:p>
        </p:txBody>
      </p:sp>
    </p:spTree>
    <p:extLst>
      <p:ext uri="{BB962C8B-B14F-4D97-AF65-F5344CB8AC3E}">
        <p14:creationId xmlns:p14="http://schemas.microsoft.com/office/powerpoint/2010/main" val="309850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5. Ba vị cùng vô trong quán vui mừng, quỳ xuống khiêm nhường tôn kính Con Thần.</a:t>
            </a:r>
            <a:endParaRPr lang="en-US" dirty="0"/>
          </a:p>
        </p:txBody>
      </p:sp>
    </p:spTree>
    <p:extLst>
      <p:ext uri="{BB962C8B-B14F-4D97-AF65-F5344CB8AC3E}">
        <p14:creationId xmlns:p14="http://schemas.microsoft.com/office/powerpoint/2010/main" val="92283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Lễ vật bày ra nơi máng sơ sài: Vàng, nhũ hương, một dược </a:t>
            </a:r>
          </a:p>
          <a:p>
            <a:r>
              <a:rPr lang="vi-VN" dirty="0"/>
              <a:t>kính dâng Ngài.</a:t>
            </a:r>
            <a:endParaRPr lang="en-US" dirty="0"/>
          </a:p>
        </p:txBody>
      </p:sp>
    </p:spTree>
    <p:extLst>
      <p:ext uri="{BB962C8B-B14F-4D97-AF65-F5344CB8AC3E}">
        <p14:creationId xmlns:p14="http://schemas.microsoft.com/office/powerpoint/2010/main" val="900844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 </a:t>
            </a:r>
          </a:p>
          <a:p>
            <a:r>
              <a:rPr lang="vi-VN" dirty="0"/>
              <a:t>Nô-ên, Nô-ên, </a:t>
            </a:r>
          </a:p>
          <a:p>
            <a:r>
              <a:rPr lang="vi-VN" dirty="0"/>
              <a:t>Chính đêm sanh Vua </a:t>
            </a:r>
          </a:p>
          <a:p>
            <a:r>
              <a:rPr lang="vi-VN" dirty="0"/>
              <a:t>Y-sơ-ra-ên!</a:t>
            </a:r>
            <a:endParaRPr lang="en-US" dirty="0"/>
          </a:p>
        </p:txBody>
      </p:sp>
    </p:spTree>
    <p:extLst>
      <p:ext uri="{BB962C8B-B14F-4D97-AF65-F5344CB8AC3E}">
        <p14:creationId xmlns:p14="http://schemas.microsoft.com/office/powerpoint/2010/main" val="3422999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6. Nay mừng Nô-ên ta hát một bài, cung kính khen ngợi Chân Chúa thiên đài.</a:t>
            </a:r>
            <a:endParaRPr lang="en-US" dirty="0"/>
          </a:p>
        </p:txBody>
      </p:sp>
    </p:spTree>
    <p:extLst>
      <p:ext uri="{BB962C8B-B14F-4D97-AF65-F5344CB8AC3E}">
        <p14:creationId xmlns:p14="http://schemas.microsoft.com/office/powerpoint/2010/main" val="1267240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Muôn vật được nên do Chúa phán tuyên, tuôn huyết tha tội ơn cứu</a:t>
            </a:r>
            <a:br>
              <a:rPr lang="en-US" dirty="0"/>
            </a:br>
            <a:r>
              <a:rPr lang="vi-VN" dirty="0"/>
              <a:t>linh huyền.</a:t>
            </a:r>
            <a:endParaRPr lang="en-US" dirty="0"/>
          </a:p>
        </p:txBody>
      </p:sp>
    </p:spTree>
    <p:extLst>
      <p:ext uri="{BB962C8B-B14F-4D97-AF65-F5344CB8AC3E}">
        <p14:creationId xmlns:p14="http://schemas.microsoft.com/office/powerpoint/2010/main" val="252408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Nô-ên, Nô-ên, </a:t>
            </a:r>
          </a:p>
          <a:p>
            <a:r>
              <a:rPr lang="vi-VN" dirty="0"/>
              <a:t>Nô-ên, Nô-ên, </a:t>
            </a:r>
          </a:p>
          <a:p>
            <a:r>
              <a:rPr lang="vi-VN" dirty="0"/>
              <a:t>Chính đêm sanh Vua </a:t>
            </a:r>
          </a:p>
          <a:p>
            <a:r>
              <a:rPr lang="vi-VN" dirty="0"/>
              <a:t>Y-sơ-ra-ên! </a:t>
            </a:r>
            <a:endParaRPr lang="en-US" dirty="0"/>
          </a:p>
        </p:txBody>
      </p:sp>
    </p:spTree>
    <p:extLst>
      <p:ext uri="{BB962C8B-B14F-4D97-AF65-F5344CB8AC3E}">
        <p14:creationId xmlns:p14="http://schemas.microsoft.com/office/powerpoint/2010/main" val="706926811"/>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11</TotalTime>
  <Words>292</Words>
  <Application>Microsoft Office PowerPoint</Application>
  <PresentationFormat>Widescreen</PresentationFormat>
  <Paragraphs>36</Paragraphs>
  <Slides>19</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19</vt:i4>
      </vt:variant>
    </vt:vector>
  </HeadingPairs>
  <TitlesOfParts>
    <vt:vector size="22" baseType="lpstr">
      <vt:lpstr>Arial</vt:lpstr>
      <vt:lpstr>faithstocks-template-powerpoint-001</vt:lpstr>
      <vt:lpstr>Presentation1</vt:lpstr>
      <vt:lpstr>Thánh Ca 73 NÔ-ÊN ĐẦU TIÊN</vt:lpstr>
      <vt:lpstr>1. Nô-ên đầu tiên thiên sứ rao truyền cho kẻ chăn nghèo đang thức quanh miền. </vt:lpstr>
      <vt:lpstr>Quây quần cùng nhau canh giữ chiên nhà, đêm giá canh trường thân phủ sương già.</vt:lpstr>
      <vt:lpstr>Nô-ên, Nô-ên, Nô-ên, Nô-ên, Chính đêm sanh Vua Y-sơ-ra-ên! </vt:lpstr>
      <vt:lpstr>2. Bỗng một ngôi sao họ thấy xa xa, đang chiếu bên trời đông ánh rạng lòa. </vt:lpstr>
      <vt:lpstr>Tia hào quang kia soi khắp sơn hà, không cứ đêm ngày soi sáng muôn nhà.</vt:lpstr>
      <vt:lpstr>Nô-ên, Nô-ên,  Nô-ên, Nô-ên,  Chính đêm sanh Vua  Y-sơ-ra-ên! </vt:lpstr>
      <vt:lpstr>3. Cũng nhờ hào quang do chính sao nầy, bác sĩ ba người chung đến vui vầy. </vt:lpstr>
      <vt:lpstr>Bước lần lần theo sao sáng trên trời, nôn nả đi tìm Vua mới ra đời.</vt:lpstr>
      <vt:lpstr>Nô-ên, Nô-ên,  Nô-ên, Nô-ên,  Chính đêm sanh Vua  Y-sơ-ra-ên! </vt:lpstr>
      <vt:lpstr>4. Sao lần lần qua tây bắc sáng trưng, đến Bết-lê-hem sao bỗng nhiên ngừng. </vt:lpstr>
      <vt:lpstr>Nơi này dị tinh đứng mãi không dời, chính chỗ Anh Hài Jêsus ra đời.</vt:lpstr>
      <vt:lpstr>Nô-ên, Nô-ên,  Nô-ên, Nô-ên,  Chính đêm sanh Vua  Y-sơ-ra-ên!</vt:lpstr>
      <vt:lpstr>5. Ba vị cùng vô trong quán vui mừng, quỳ xuống khiêm nhường tôn kính Con Thần.</vt:lpstr>
      <vt:lpstr>Lễ vật bày ra nơi máng sơ sài: Vàng, nhũ hương, một dược  kính dâng Ngài.</vt:lpstr>
      <vt:lpstr>Nô-ên, Nô-ên,  Nô-ên, Nô-ên,  Chính đêm sanh Vua  Y-sơ-ra-ên!</vt:lpstr>
      <vt:lpstr>6. Nay mừng Nô-ên ta hát một bài, cung kính khen ngợi Chân Chúa thiên đài.</vt:lpstr>
      <vt:lpstr>Muôn vật được nên do Chúa phán tuyên, tuôn huyết tha tội ơn cứu linh huyền.</vt:lpstr>
      <vt:lpstr>Nô-ên, Nô-ên,  Nô-ên, Nô-ên,  Chính đêm sanh Vua  Y-sơ-ra-ên!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073 - Nô-ên Đầu Tiên   Thánh Ca 73 Nô-ên Đầu Tiên  1. Nô-ên đầu tiên thiên sứ rao truyền cho kẻ chăn nghèo đang thức quanh miền.   Quây quần cùng nhau canh giữ chiên nhà, đêm giá canh trường thân phủ sương già.  Nô-ên, Nô-ên,  Nô-ên, Nô-ên,  Chính đêm sanh Vua  Y-sơ-ra-ên!   2. Bỗng một ngôi sao họ thấy xa xa, đang chiếu bên trời đông ánh rạng lòa.   Tia hào quang kia soi khắp sơn hà, không cứ đêm ngày soi sáng muôn nhà.  Nô-ên, Nô-ên,  Nô-ên, Nô-ên,  Chính đêm sanh Vua  Y-sơ-ra-ên!   3. Cũng nhờ hào quang do chính sao nầy, bác sĩ ba người chung đến vui vầy.   Bước lần lần theo sao sáng trên trời, nôn nả đi tìm  Vua mới ra đời.  Nô-ên, Nô-ên,  Nô-ên, Nô-ên,  Chính đêm sanh Vua  Y-sơ-ra-ên!   4. Sao lần lần qua tây bắc sáng trưng, đến Bết-lê-hem sao bỗng nhiên ngừng.   Nơi này dị tinh  đứng mãi không dời, chính chỗ Anh Hài Jêsus ra đời.  Nô-ên, Nô-ên,  Nô-ên, Nô-ên,  Chính đêm sanh Vua  Y-sơ-ra-ên!   Thánh Ca 73 Nô-ên Đầu Tiên  5. Ba vị cùng vô trong quán vui mừng, quỳ xuống khiêm nhường tôn kính Con Thần.   Lễ vật bày ra nơi máng sơ sài:  Vàng, nhũ hương, một dược  kính dâng Ngài.  Nô-ên, Nô-ên,  Nô-ên, Nô-ên,  Chính đêm sanh Vua  Y-sơ-ra-ên!   6. Nay mừng Nô-ên ta hát một bài, cung kính khen ngợi Chân Chúa thiên đài.   Muôn vật được nên do Chúa phán tuyên, tuôn huyết tha tội ơn cứu linh huyền.  Nô-ên, Nô-ên,  Nô-ên, Nô-ên,  Chính đêm sanh Vua  Y-sơ-ra-ên! </dc:title>
  <dc:creator>Phan Minh Vinh An; An Phan</dc:creator>
  <cp:lastModifiedBy>Phan Minh Vinh An</cp:lastModifiedBy>
  <cp:revision>5</cp:revision>
  <dcterms:created xsi:type="dcterms:W3CDTF">2018-01-21T23:27:19Z</dcterms:created>
  <dcterms:modified xsi:type="dcterms:W3CDTF">2018-11-03T07:09:05Z</dcterms:modified>
</cp:coreProperties>
</file>