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outlineView">
  <p:normalViewPr showOutlineIcons="0">
    <p:restoredLeft sz="34559" autoAdjust="0"/>
    <p:restoredTop sz="86477" autoAdjust="0"/>
  </p:normalViewPr>
  <p:slideViewPr>
    <p:cSldViewPr snapToGrid="0">
      <p:cViewPr varScale="1">
        <p:scale>
          <a:sx n="59" d="100"/>
          <a:sy n="59" d="100"/>
        </p:scale>
        <p:origin x="-258" y="-9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xmlns=""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xmlns=""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xmlns=""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xmlns=""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Thánh Ca 89</a:t>
            </a:r>
          </a:p>
          <a:p>
            <a:r>
              <a:rPr lang="vi-VN" dirty="0" smtClean="0"/>
              <a:t>KHUYA NAY </a:t>
            </a:r>
          </a:p>
          <a:p>
            <a:r>
              <a:rPr lang="vi-VN" dirty="0" smtClean="0"/>
              <a:t>TRÊN ĐỈNH NÚI Ô-LI-VE</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1. Khuya nay trên đỉnh núi Ô-li-ve, Sao thưa lu li cảnh trông đê mê,</a:t>
            </a:r>
            <a:endParaRPr lang="en-US" dirty="0"/>
          </a:p>
        </p:txBody>
      </p:sp>
    </p:spTree>
    <p:extLst>
      <p:ext uri="{BB962C8B-B14F-4D97-AF65-F5344CB8AC3E}">
        <p14:creationId xmlns:p14="http://schemas.microsoft.com/office/powerpoint/2010/main" val="2391402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Giữa lâm viên thâm u đêm hiu quạnh, Jêsus đau thương cầu nguyện </a:t>
            </a:r>
            <a:r>
              <a:rPr lang="en-US" dirty="0" smtClean="0"/>
              <a:t/>
            </a:r>
            <a:br>
              <a:rPr lang="en-US" dirty="0" smtClean="0"/>
            </a:br>
            <a:r>
              <a:rPr lang="vi-VN" dirty="0" smtClean="0"/>
              <a:t>một mình.</a:t>
            </a:r>
            <a:endParaRPr lang="en-US" dirty="0"/>
          </a:p>
        </p:txBody>
      </p:sp>
    </p:spTree>
    <p:extLst>
      <p:ext uri="{BB962C8B-B14F-4D97-AF65-F5344CB8AC3E}">
        <p14:creationId xmlns:p14="http://schemas.microsoft.com/office/powerpoint/2010/main" val="14708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2. Khuya nay Jêsus lánh xa nhân gian, Cô đơn giao tranh với bao nguy nan,</a:t>
            </a:r>
            <a:endParaRPr lang="en-US" dirty="0"/>
          </a:p>
        </p:txBody>
      </p:sp>
    </p:spTree>
    <p:extLst>
      <p:ext uri="{BB962C8B-B14F-4D97-AF65-F5344CB8AC3E}">
        <p14:creationId xmlns:p14="http://schemas.microsoft.com/office/powerpoint/2010/main" val="737625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Chính môn sinh thân yêu nay vô tình, Nào hay tâm thương, lụy sầu </a:t>
            </a:r>
            <a:r>
              <a:rPr lang="en-US" dirty="0" smtClean="0"/>
              <a:t/>
            </a:r>
            <a:br>
              <a:rPr lang="en-US" dirty="0" smtClean="0"/>
            </a:br>
            <a:r>
              <a:rPr lang="vi-VN" dirty="0" smtClean="0"/>
              <a:t>Thầy mình.</a:t>
            </a:r>
            <a:endParaRPr lang="en-US" dirty="0"/>
          </a:p>
        </p:txBody>
      </p:sp>
    </p:spTree>
    <p:extLst>
      <p:ext uri="{BB962C8B-B14F-4D97-AF65-F5344CB8AC3E}">
        <p14:creationId xmlns:p14="http://schemas.microsoft.com/office/powerpoint/2010/main" val="2793294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3. Khuya nay do gánh ác muôn muôn dân, </a:t>
            </a:r>
            <a:r>
              <a:rPr lang="en-US" dirty="0" smtClean="0"/>
              <a:t/>
            </a:r>
            <a:br>
              <a:rPr lang="en-US" dirty="0" smtClean="0"/>
            </a:br>
            <a:r>
              <a:rPr lang="vi-VN" dirty="0" smtClean="0"/>
              <a:t>Châu rơi pha huyết ở </a:t>
            </a:r>
            <a:r>
              <a:rPr lang="en-US" dirty="0" smtClean="0"/>
              <a:t/>
            </a:r>
            <a:br>
              <a:rPr lang="en-US" dirty="0" smtClean="0"/>
            </a:br>
            <a:r>
              <a:rPr lang="vi-VN" dirty="0" smtClean="0"/>
              <a:t>“Thống khổ nhân”,</a:t>
            </a:r>
            <a:endParaRPr lang="en-US" dirty="0"/>
          </a:p>
        </p:txBody>
      </p:sp>
    </p:spTree>
    <p:extLst>
      <p:ext uri="{BB962C8B-B14F-4D97-AF65-F5344CB8AC3E}">
        <p14:creationId xmlns:p14="http://schemas.microsoft.com/office/powerpoint/2010/main" val="2261877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Dẫu Jêsus đau thương thâu đêm dài, Mà Cha yêu thương nào đành lìa Ngài.</a:t>
            </a:r>
            <a:endParaRPr lang="en-US" dirty="0"/>
          </a:p>
        </p:txBody>
      </p:sp>
    </p:spTree>
    <p:extLst>
      <p:ext uri="{BB962C8B-B14F-4D97-AF65-F5344CB8AC3E}">
        <p14:creationId xmlns:p14="http://schemas.microsoft.com/office/powerpoint/2010/main" val="1490779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4. Khuya nay văng vẳng ở trên thinh không, Thiên ca duy thiên sứ nghe </a:t>
            </a:r>
            <a:r>
              <a:rPr lang="en-US" dirty="0" smtClean="0"/>
              <a:t/>
            </a:r>
            <a:br>
              <a:rPr lang="en-US" dirty="0" smtClean="0"/>
            </a:br>
            <a:r>
              <a:rPr lang="vi-VN" dirty="0" smtClean="0"/>
              <a:t>tinh thông,</a:t>
            </a:r>
            <a:endParaRPr lang="en-US" dirty="0"/>
          </a:p>
        </p:txBody>
      </p:sp>
    </p:spTree>
    <p:extLst>
      <p:ext uri="{BB962C8B-B14F-4D97-AF65-F5344CB8AC3E}">
        <p14:creationId xmlns:p14="http://schemas.microsoft.com/office/powerpoint/2010/main" val="3986810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Thế gian đâu ai am tri giai vận, Làm êm thương tâm Jêsus vài phần.</a:t>
            </a:r>
            <a:endParaRPr lang="en-US" dirty="0"/>
          </a:p>
        </p:txBody>
      </p:sp>
    </p:spTree>
    <p:extLst>
      <p:ext uri="{BB962C8B-B14F-4D97-AF65-F5344CB8AC3E}">
        <p14:creationId xmlns:p14="http://schemas.microsoft.com/office/powerpoint/2010/main" val="917631478"/>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Presentation1" id="{F5C834B2-4A3E-49F7-9EB5-908E626B4A0E}" vid="{6886AF0C-C0C5-4004-8430-67B367CF969C}"/>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1</TotalTime>
  <Words>138</Words>
  <Application>Microsoft Office PowerPoint</Application>
  <PresentationFormat>Custom</PresentationFormat>
  <Paragraphs>11</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faithstocks-template-powerpoint-001</vt:lpstr>
      <vt:lpstr>Thánh Ca 89 KHUYA NAY  TRÊN ĐỈNH NÚI Ô-LI-VE</vt:lpstr>
      <vt:lpstr>1. Khuya nay trên đỉnh núi Ô-li-ve, Sao thưa lu li cảnh trông đê mê,</vt:lpstr>
      <vt:lpstr>Giữa lâm viên thâm u đêm hiu quạnh, Jêsus đau thương cầu nguyện  một mình.</vt:lpstr>
      <vt:lpstr>2. Khuya nay Jêsus lánh xa nhân gian, Cô đơn giao tranh với bao nguy nan,</vt:lpstr>
      <vt:lpstr>Chính môn sinh thân yêu nay vô tình, Nào hay tâm thương, lụy sầu  Thầy mình.</vt:lpstr>
      <vt:lpstr>3. Khuya nay do gánh ác muôn muôn dân,  Châu rơi pha huyết ở  “Thống khổ nhân”,</vt:lpstr>
      <vt:lpstr>Dẫu Jêsus đau thương thâu đêm dài, Mà Cha yêu thương nào đành lìa Ngài.</vt:lpstr>
      <vt:lpstr>4. Khuya nay văng vẳng ở trên thinh không, Thiên ca duy thiên sứ nghe  tinh thông,</vt:lpstr>
      <vt:lpstr>Thế gian đâu ai am tri giai vận, Làm êm thương tâm Jêsus vài phần.</vt:lpstr>
    </vt:vector>
  </TitlesOfParts>
  <Company>ASI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089 - Khuya Nay Trên Đỉnh Núi Ô-li-ve   Thánh Ca 89 Khuya Nay  Trên Đỉnh Núi Ô-li-ve  1. Khuya nay trên đỉnh núi  Ô-li-ve, Sao thưa lu li  cảnh trông đê mê,   Giữa lâm viên thâm u đêm hiu quạnh, Jêsus đau thương cầu nguyện một mình.  2. Khuya nay Jêsus lánh xa nhân gian, Cô đơn giao tranh với bao nguy nan,   Chính môn sinh thân yêu nay vô tình, Nào hay tâm thương, lụy sầu Thầy mình.  3. Khuya nay do gánh ác muôn muôn dân, Châu rơi  pha huyết ở  “Thống khổ nhân”,   Dẫu Jêsus đau thương thâu đêm dài, Mà Cha yêu thương nào đành lìa Ngài.  4. Khuya nay văng vẳng ở trên thinh không, Thiên ca duy thiên sứ nghe tinh thông,   Thế gian đâu ai am tri giai vận, Làm êm thương tâm Jêsus vài phần.</dc:title>
  <dc:creator>Phan Minh Vinh An; An Phan</dc:creator>
  <cp:lastModifiedBy>An Phan</cp:lastModifiedBy>
  <cp:revision>2</cp:revision>
  <dcterms:created xsi:type="dcterms:W3CDTF">2018-01-22T13:52:35Z</dcterms:created>
  <dcterms:modified xsi:type="dcterms:W3CDTF">2018-01-22T13:54:03Z</dcterms:modified>
</cp:coreProperties>
</file>