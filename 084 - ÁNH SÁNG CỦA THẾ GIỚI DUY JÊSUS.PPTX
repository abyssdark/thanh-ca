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60" r:id="rId5"/>
    <p:sldId id="258" r:id="rId6"/>
    <p:sldId id="261" r:id="rId7"/>
    <p:sldId id="259"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87" autoAdjust="0"/>
    <p:restoredTop sz="86369"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465993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2919532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08877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937173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1742814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3437892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061404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737918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0424345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1425026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9847695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52161302"/>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Thánh Ca 84</a:t>
            </a:r>
          </a:p>
          <a:p>
            <a:r>
              <a:rPr lang="vi-VN"/>
              <a:t>ÁNH SÁNG</a:t>
            </a:r>
            <a:br>
              <a:rPr lang="en-US"/>
            </a:br>
            <a:r>
              <a:rPr lang="vi-VN"/>
              <a:t> CỦA THẾ GIỚI </a:t>
            </a:r>
            <a:br>
              <a:rPr lang="en-US"/>
            </a:br>
            <a:r>
              <a:rPr lang="vi-VN"/>
              <a:t>DUY JÊSUS </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57209-F39E-467D-ACA5-A09B17CAD6F3}"/>
              </a:ext>
            </a:extLst>
          </p:cNvPr>
          <p:cNvSpPr>
            <a:spLocks noGrp="1"/>
          </p:cNvSpPr>
          <p:nvPr>
            <p:ph type="title"/>
          </p:nvPr>
        </p:nvSpPr>
        <p:spPr/>
        <p:txBody>
          <a:bodyPr/>
          <a:lstStyle/>
          <a:p>
            <a:pPr marL="0" indent="0">
              <a:buNone/>
            </a:pPr>
            <a:r>
              <a:rPr lang="en-US" dirty="0"/>
              <a:t>1. </a:t>
            </a:r>
            <a:r>
              <a:rPr lang="vi-VN" dirty="0"/>
              <a:t>Toàn dân trên đất đắm trong tội đêm dài tăm tối, sự sáng của thế giới</a:t>
            </a:r>
            <a:br>
              <a:rPr lang="en-US" dirty="0"/>
            </a:br>
            <a:r>
              <a:rPr lang="vi-VN" dirty="0"/>
              <a:t>duy Jêsus;</a:t>
            </a:r>
            <a:endParaRPr lang="en-US" dirty="0"/>
          </a:p>
        </p:txBody>
      </p:sp>
    </p:spTree>
    <p:extLst>
      <p:ext uri="{BB962C8B-B14F-4D97-AF65-F5344CB8AC3E}">
        <p14:creationId xmlns:p14="http://schemas.microsoft.com/office/powerpoint/2010/main" val="2246980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D653-9530-4B9D-B9AF-95AC9F940846}"/>
              </a:ext>
            </a:extLst>
          </p:cNvPr>
          <p:cNvSpPr>
            <a:spLocks noGrp="1"/>
          </p:cNvSpPr>
          <p:nvPr>
            <p:ph type="title"/>
          </p:nvPr>
        </p:nvSpPr>
        <p:spPr/>
        <p:txBody>
          <a:bodyPr/>
          <a:lstStyle/>
          <a:p>
            <a:r>
              <a:rPr lang="vi-VN"/>
              <a:t>Hào quang Chân Chúa giống mặt trời trưa hè đang chói, sự sáng của thế giới duy Jêsus. </a:t>
            </a:r>
            <a:endParaRPr lang="en-US"/>
          </a:p>
        </p:txBody>
      </p:sp>
    </p:spTree>
    <p:extLst>
      <p:ext uri="{BB962C8B-B14F-4D97-AF65-F5344CB8AC3E}">
        <p14:creationId xmlns:p14="http://schemas.microsoft.com/office/powerpoint/2010/main" val="220388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4A0B-5B8C-4D1C-AD4C-7C0DB42C0BF7}"/>
              </a:ext>
            </a:extLst>
          </p:cNvPr>
          <p:cNvSpPr>
            <a:spLocks noGrp="1"/>
          </p:cNvSpPr>
          <p:nvPr>
            <p:ph type="title"/>
          </p:nvPr>
        </p:nvSpPr>
        <p:spPr/>
        <p:txBody>
          <a:bodyPr/>
          <a:lstStyle/>
          <a:p>
            <a:pPr marL="0" indent="0">
              <a:buNone/>
            </a:pPr>
            <a:r>
              <a:rPr lang="vi-VN"/>
              <a:t>Anh em đến ngay, Jêsus liền soi sáng. Như tâm của tôi, bữa nay thật</a:t>
            </a:r>
            <a:br>
              <a:rPr lang="en-US"/>
            </a:br>
            <a:r>
              <a:rPr lang="vi-VN"/>
              <a:t>quang đãng.</a:t>
            </a:r>
            <a:endParaRPr lang="en-US"/>
          </a:p>
        </p:txBody>
      </p:sp>
    </p:spTree>
    <p:extLst>
      <p:ext uri="{BB962C8B-B14F-4D97-AF65-F5344CB8AC3E}">
        <p14:creationId xmlns:p14="http://schemas.microsoft.com/office/powerpoint/2010/main" val="3477948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90804-0226-4D4F-87EC-041ECE6A0736}"/>
              </a:ext>
            </a:extLst>
          </p:cNvPr>
          <p:cNvSpPr>
            <a:spLocks noGrp="1"/>
          </p:cNvSpPr>
          <p:nvPr>
            <p:ph type="title"/>
          </p:nvPr>
        </p:nvSpPr>
        <p:spPr/>
        <p:txBody>
          <a:bodyPr/>
          <a:lstStyle/>
          <a:p>
            <a:r>
              <a:rPr lang="vi-VN" dirty="0"/>
              <a:t> Xưa lòng nầy đui, rày nhờ Ngài được sáng. Ánh sáng của thế giới</a:t>
            </a:r>
            <a:br>
              <a:rPr lang="en-US" dirty="0"/>
            </a:br>
            <a:r>
              <a:rPr lang="vi-VN" dirty="0"/>
              <a:t>duy Jêsus.</a:t>
            </a:r>
            <a:endParaRPr lang="en-US" dirty="0"/>
          </a:p>
        </p:txBody>
      </p:sp>
    </p:spTree>
    <p:extLst>
      <p:ext uri="{BB962C8B-B14F-4D97-AF65-F5344CB8AC3E}">
        <p14:creationId xmlns:p14="http://schemas.microsoft.com/office/powerpoint/2010/main" val="1028781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1318E-E1B6-4025-B7D4-0BCEA1DD5EC4}"/>
              </a:ext>
            </a:extLst>
          </p:cNvPr>
          <p:cNvSpPr>
            <a:spLocks noGrp="1"/>
          </p:cNvSpPr>
          <p:nvPr>
            <p:ph type="title"/>
          </p:nvPr>
        </p:nvSpPr>
        <p:spPr/>
        <p:txBody>
          <a:bodyPr/>
          <a:lstStyle/>
          <a:p>
            <a:pPr marL="0" indent="0">
              <a:buNone/>
            </a:pPr>
            <a:r>
              <a:rPr lang="vi-VN"/>
              <a:t>2. Phàm ai trong Cứu Chúa tâm thần không còn tăm tối. Sự sáng của thế giới duy Jêsus; </a:t>
            </a:r>
            <a:endParaRPr lang="en-US"/>
          </a:p>
        </p:txBody>
      </p:sp>
    </p:spTree>
    <p:extLst>
      <p:ext uri="{BB962C8B-B14F-4D97-AF65-F5344CB8AC3E}">
        <p14:creationId xmlns:p14="http://schemas.microsoft.com/office/powerpoint/2010/main" val="1249415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273B5-5FFC-4BA8-ABC7-0C6BEC6C8A6C}"/>
              </a:ext>
            </a:extLst>
          </p:cNvPr>
          <p:cNvSpPr>
            <a:spLocks noGrp="1"/>
          </p:cNvSpPr>
          <p:nvPr>
            <p:ph type="title"/>
          </p:nvPr>
        </p:nvSpPr>
        <p:spPr/>
        <p:txBody>
          <a:bodyPr/>
          <a:lstStyle/>
          <a:p>
            <a:pPr marL="0" indent="0">
              <a:buNone/>
            </a:pPr>
            <a:r>
              <a:rPr lang="vi-VN" dirty="0"/>
              <a:t>Hằng đi trong ánh sáng do Ngài đem đường đưa lối. Sự sáng của thế giới</a:t>
            </a:r>
            <a:br>
              <a:rPr lang="en-US" dirty="0"/>
            </a:br>
            <a:r>
              <a:rPr lang="vi-VN" dirty="0"/>
              <a:t>duy Jêsus.</a:t>
            </a:r>
            <a:endParaRPr lang="en-US" dirty="0"/>
          </a:p>
        </p:txBody>
      </p:sp>
    </p:spTree>
    <p:extLst>
      <p:ext uri="{BB962C8B-B14F-4D97-AF65-F5344CB8AC3E}">
        <p14:creationId xmlns:p14="http://schemas.microsoft.com/office/powerpoint/2010/main" val="4277838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1BE7C-CA56-4F6C-8ABD-3DF449351C95}"/>
              </a:ext>
            </a:extLst>
          </p:cNvPr>
          <p:cNvSpPr>
            <a:spLocks noGrp="1"/>
          </p:cNvSpPr>
          <p:nvPr>
            <p:ph type="title"/>
          </p:nvPr>
        </p:nvSpPr>
        <p:spPr/>
        <p:txBody>
          <a:bodyPr/>
          <a:lstStyle/>
          <a:p>
            <a:pPr marL="0" indent="0">
              <a:buNone/>
            </a:pPr>
            <a:r>
              <a:rPr lang="vi-VN"/>
              <a:t>Anh em đến ngay, Jêsus liền soi sáng. Như tâm của tôi, bữa nay thật</a:t>
            </a:r>
            <a:br>
              <a:rPr lang="en-US"/>
            </a:br>
            <a:r>
              <a:rPr lang="vi-VN"/>
              <a:t>quang đãng.  </a:t>
            </a:r>
            <a:endParaRPr lang="en-US"/>
          </a:p>
        </p:txBody>
      </p:sp>
    </p:spTree>
    <p:extLst>
      <p:ext uri="{BB962C8B-B14F-4D97-AF65-F5344CB8AC3E}">
        <p14:creationId xmlns:p14="http://schemas.microsoft.com/office/powerpoint/2010/main" val="1577983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1191D-44DF-4AB5-B2C3-D3D24B857755}"/>
              </a:ext>
            </a:extLst>
          </p:cNvPr>
          <p:cNvSpPr>
            <a:spLocks noGrp="1"/>
          </p:cNvSpPr>
          <p:nvPr>
            <p:ph type="title"/>
          </p:nvPr>
        </p:nvSpPr>
        <p:spPr/>
        <p:txBody>
          <a:bodyPr/>
          <a:lstStyle/>
          <a:p>
            <a:pPr marL="0" indent="0">
              <a:buNone/>
            </a:pPr>
            <a:r>
              <a:rPr lang="vi-VN" dirty="0"/>
              <a:t>Xưa lòng nầy đui, rày nhờ Ngài được sáng. Ánh sáng của thế giới</a:t>
            </a:r>
            <a:br>
              <a:rPr lang="en-US" dirty="0"/>
            </a:br>
            <a:r>
              <a:rPr lang="vi-VN" dirty="0"/>
              <a:t>duy Jêsus.</a:t>
            </a:r>
            <a:endParaRPr lang="en-US" dirty="0"/>
          </a:p>
        </p:txBody>
      </p:sp>
    </p:spTree>
    <p:extLst>
      <p:ext uri="{BB962C8B-B14F-4D97-AF65-F5344CB8AC3E}">
        <p14:creationId xmlns:p14="http://schemas.microsoft.com/office/powerpoint/2010/main" val="3089946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F73D2-7B7A-428F-94E4-4E7D48A294E1}"/>
              </a:ext>
            </a:extLst>
          </p:cNvPr>
          <p:cNvSpPr>
            <a:spLocks noGrp="1"/>
          </p:cNvSpPr>
          <p:nvPr>
            <p:ph type="title"/>
          </p:nvPr>
        </p:nvSpPr>
        <p:spPr/>
        <p:txBody>
          <a:bodyPr/>
          <a:lstStyle/>
          <a:p>
            <a:pPr marL="0" indent="0">
              <a:buNone/>
            </a:pPr>
            <a:r>
              <a:rPr lang="vi-VN" dirty="0"/>
              <a:t>3. Kìa ai trong tối mắt linh bị mây tội che áng, sự sáng của thế giới</a:t>
            </a:r>
            <a:r>
              <a:rPr lang="en-US" dirty="0"/>
              <a:t>,</a:t>
            </a:r>
            <a:br>
              <a:rPr lang="en-US" dirty="0"/>
            </a:br>
            <a:r>
              <a:rPr lang="vi-VN" dirty="0"/>
              <a:t>duy Jêsus.  </a:t>
            </a:r>
            <a:endParaRPr lang="en-US" dirty="0"/>
          </a:p>
        </p:txBody>
      </p:sp>
    </p:spTree>
    <p:extLst>
      <p:ext uri="{BB962C8B-B14F-4D97-AF65-F5344CB8AC3E}">
        <p14:creationId xmlns:p14="http://schemas.microsoft.com/office/powerpoint/2010/main" val="798466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A033C-830C-4FD8-9C4E-9B019A46C89B}"/>
              </a:ext>
            </a:extLst>
          </p:cNvPr>
          <p:cNvSpPr>
            <a:spLocks noGrp="1"/>
          </p:cNvSpPr>
          <p:nvPr>
            <p:ph type="title"/>
          </p:nvPr>
        </p:nvSpPr>
        <p:spPr/>
        <p:txBody>
          <a:bodyPr/>
          <a:lstStyle/>
          <a:p>
            <a:pPr marL="0" indent="0">
              <a:buNone/>
            </a:pPr>
            <a:r>
              <a:rPr lang="vi-VN" dirty="0"/>
              <a:t>Lại ao kia rửa đúng như lệnh xưa liền được sáng. Sự sáng của thế giới,</a:t>
            </a:r>
            <a:br>
              <a:rPr lang="en-US" dirty="0"/>
            </a:br>
            <a:r>
              <a:rPr lang="vi-VN" dirty="0"/>
              <a:t>duy Jêsus.</a:t>
            </a:r>
            <a:endParaRPr lang="en-US" dirty="0"/>
          </a:p>
        </p:txBody>
      </p:sp>
    </p:spTree>
    <p:extLst>
      <p:ext uri="{BB962C8B-B14F-4D97-AF65-F5344CB8AC3E}">
        <p14:creationId xmlns:p14="http://schemas.microsoft.com/office/powerpoint/2010/main" val="3098850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D84AB-CDB4-46B1-B7E7-7EB0AF949672}"/>
              </a:ext>
            </a:extLst>
          </p:cNvPr>
          <p:cNvSpPr>
            <a:spLocks noGrp="1"/>
          </p:cNvSpPr>
          <p:nvPr>
            <p:ph type="title"/>
          </p:nvPr>
        </p:nvSpPr>
        <p:spPr/>
        <p:txBody>
          <a:bodyPr/>
          <a:lstStyle/>
          <a:p>
            <a:pPr marL="0" indent="0">
              <a:buNone/>
            </a:pPr>
            <a:r>
              <a:rPr lang="vi-VN"/>
              <a:t>Anh em đến ngay, Jêsus liền soi sáng. Như tâm của tôi, bữa nay thật</a:t>
            </a:r>
            <a:br>
              <a:rPr lang="en-US"/>
            </a:br>
            <a:r>
              <a:rPr lang="vi-VN"/>
              <a:t>quang đãng. </a:t>
            </a:r>
            <a:endParaRPr lang="en-US"/>
          </a:p>
        </p:txBody>
      </p:sp>
    </p:spTree>
    <p:extLst>
      <p:ext uri="{BB962C8B-B14F-4D97-AF65-F5344CB8AC3E}">
        <p14:creationId xmlns:p14="http://schemas.microsoft.com/office/powerpoint/2010/main" val="357777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1845C-CAB5-4B2F-8C61-E73BD9A2A4E4}"/>
              </a:ext>
            </a:extLst>
          </p:cNvPr>
          <p:cNvSpPr>
            <a:spLocks noGrp="1"/>
          </p:cNvSpPr>
          <p:nvPr>
            <p:ph type="title"/>
          </p:nvPr>
        </p:nvSpPr>
        <p:spPr/>
        <p:txBody>
          <a:bodyPr/>
          <a:lstStyle/>
          <a:p>
            <a:pPr marL="0" indent="0">
              <a:buNone/>
            </a:pPr>
            <a:r>
              <a:rPr lang="vi-VN" dirty="0"/>
              <a:t>Xưa lòng nầy đui, rày nhờ Ngài được sáng. Ánh sáng của thế giới</a:t>
            </a:r>
            <a:br>
              <a:rPr lang="en-US" dirty="0"/>
            </a:br>
            <a:r>
              <a:rPr lang="vi-VN" dirty="0"/>
              <a:t>duy Jêsus.</a:t>
            </a:r>
            <a:endParaRPr lang="en-US" dirty="0"/>
          </a:p>
        </p:txBody>
      </p:sp>
    </p:spTree>
    <p:extLst>
      <p:ext uri="{BB962C8B-B14F-4D97-AF65-F5344CB8AC3E}">
        <p14:creationId xmlns:p14="http://schemas.microsoft.com/office/powerpoint/2010/main" val="1370214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3E0B3-1B99-47CF-9018-48CF79AC2297}"/>
              </a:ext>
            </a:extLst>
          </p:cNvPr>
          <p:cNvSpPr>
            <a:spLocks noGrp="1"/>
          </p:cNvSpPr>
          <p:nvPr>
            <p:ph type="title"/>
          </p:nvPr>
        </p:nvSpPr>
        <p:spPr/>
        <p:txBody>
          <a:bodyPr/>
          <a:lstStyle/>
          <a:p>
            <a:pPr marL="0" indent="0">
              <a:buNone/>
            </a:pPr>
            <a:r>
              <a:rPr lang="vi-VN"/>
              <a:t>4. Ngài cho hay thánh quốc không cần quang cầu soi sáng. Sự sáng của thế giới duy Jêsus.</a:t>
            </a:r>
            <a:endParaRPr lang="en-US"/>
          </a:p>
        </p:txBody>
      </p:sp>
    </p:spTree>
    <p:extLst>
      <p:ext uri="{BB962C8B-B14F-4D97-AF65-F5344CB8AC3E}">
        <p14:creationId xmlns:p14="http://schemas.microsoft.com/office/powerpoint/2010/main" val="4069869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A26AF-256A-4BA7-9C43-4CDABAA0F5E3}"/>
              </a:ext>
            </a:extLst>
          </p:cNvPr>
          <p:cNvSpPr>
            <a:spLocks noGrp="1"/>
          </p:cNvSpPr>
          <p:nvPr>
            <p:ph type="title"/>
          </p:nvPr>
        </p:nvSpPr>
        <p:spPr/>
        <p:txBody>
          <a:bodyPr/>
          <a:lstStyle/>
          <a:p>
            <a:pPr marL="0" indent="0">
              <a:buNone/>
            </a:pPr>
            <a:r>
              <a:rPr lang="vi-VN"/>
              <a:t>Vì Chiên Con chiếu sáng kim thành muôn đời quang đãng. Sự sáng của thế giới duy Jêsus.</a:t>
            </a:r>
            <a:endParaRPr lang="en-US"/>
          </a:p>
        </p:txBody>
      </p:sp>
    </p:spTree>
    <p:extLst>
      <p:ext uri="{BB962C8B-B14F-4D97-AF65-F5344CB8AC3E}">
        <p14:creationId xmlns:p14="http://schemas.microsoft.com/office/powerpoint/2010/main" val="2665119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E201E-3047-4E69-85F8-97ADC2703284}"/>
              </a:ext>
            </a:extLst>
          </p:cNvPr>
          <p:cNvSpPr>
            <a:spLocks noGrp="1"/>
          </p:cNvSpPr>
          <p:nvPr>
            <p:ph type="title"/>
          </p:nvPr>
        </p:nvSpPr>
        <p:spPr/>
        <p:txBody>
          <a:bodyPr/>
          <a:lstStyle/>
          <a:p>
            <a:pPr marL="0" indent="0">
              <a:buNone/>
            </a:pPr>
            <a:r>
              <a:rPr lang="vi-VN"/>
              <a:t>Anh em đến ngay, Jêsus liền soi sáng. Như tâm của tôi, bữa nay thật </a:t>
            </a:r>
            <a:br>
              <a:rPr lang="en-US"/>
            </a:br>
            <a:r>
              <a:rPr lang="vi-VN"/>
              <a:t>quang đãng.  </a:t>
            </a:r>
            <a:endParaRPr lang="en-US"/>
          </a:p>
        </p:txBody>
      </p:sp>
    </p:spTree>
    <p:extLst>
      <p:ext uri="{BB962C8B-B14F-4D97-AF65-F5344CB8AC3E}">
        <p14:creationId xmlns:p14="http://schemas.microsoft.com/office/powerpoint/2010/main" val="2957409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83DF2-ADA4-4C83-9162-36D372987AC5}"/>
              </a:ext>
            </a:extLst>
          </p:cNvPr>
          <p:cNvSpPr>
            <a:spLocks noGrp="1"/>
          </p:cNvSpPr>
          <p:nvPr>
            <p:ph type="title"/>
          </p:nvPr>
        </p:nvSpPr>
        <p:spPr/>
        <p:txBody>
          <a:bodyPr/>
          <a:lstStyle/>
          <a:p>
            <a:r>
              <a:rPr lang="vi-VN" dirty="0"/>
              <a:t>Xưa lòng nầy đui, rày nhờ Ngài được sáng. Ánh sáng của thế giới</a:t>
            </a:r>
            <a:br>
              <a:rPr lang="en-US"/>
            </a:br>
            <a:r>
              <a:rPr lang="vi-VN"/>
              <a:t>duy Jêsus.</a:t>
            </a:r>
            <a:endParaRPr lang="en-US" dirty="0"/>
          </a:p>
        </p:txBody>
      </p:sp>
    </p:spTree>
    <p:extLst>
      <p:ext uri="{BB962C8B-B14F-4D97-AF65-F5344CB8AC3E}">
        <p14:creationId xmlns:p14="http://schemas.microsoft.com/office/powerpoint/2010/main" val="2264939117"/>
      </p:ext>
    </p:extLst>
  </p:cSld>
  <p:clrMapOvr>
    <a:masterClrMapping/>
  </p:clrMapOvr>
</p:sld>
</file>

<file path=ppt/theme/theme1.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1_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12</TotalTime>
  <Words>300</Words>
  <Application>Microsoft Office PowerPoint</Application>
  <PresentationFormat>Widescreen</PresentationFormat>
  <Paragraphs>18</Paragraphs>
  <Slides>17</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17</vt:i4>
      </vt:variant>
    </vt:vector>
  </HeadingPairs>
  <TitlesOfParts>
    <vt:vector size="20" baseType="lpstr">
      <vt:lpstr>Arial</vt:lpstr>
      <vt:lpstr>Presentation1</vt:lpstr>
      <vt:lpstr>1_Presentation1</vt:lpstr>
      <vt:lpstr>Thánh Ca 84 ÁNH SÁNG  CỦA THẾ GIỚI  DUY JÊSUS </vt:lpstr>
      <vt:lpstr>1. Toàn dân trên đất đắm trong tội đêm dài tăm tối, sự sáng của thế giới duy Jêsus;</vt:lpstr>
      <vt:lpstr>Hào quang Chân Chúa giống mặt trời trưa hè đang chói, sự sáng của thế giới duy Jêsus. </vt:lpstr>
      <vt:lpstr>Anh em đến ngay, Jêsus liền soi sáng. Như tâm của tôi, bữa nay thật quang đãng.</vt:lpstr>
      <vt:lpstr> Xưa lòng nầy đui, rày nhờ Ngài được sáng. Ánh sáng của thế giới duy Jêsus.</vt:lpstr>
      <vt:lpstr>2. Phàm ai trong Cứu Chúa tâm thần không còn tăm tối. Sự sáng của thế giới duy Jêsus; </vt:lpstr>
      <vt:lpstr>Hằng đi trong ánh sáng do Ngài đem đường đưa lối. Sự sáng của thế giới duy Jêsus.</vt:lpstr>
      <vt:lpstr>Anh em đến ngay, Jêsus liền soi sáng. Như tâm của tôi, bữa nay thật quang đãng.  </vt:lpstr>
      <vt:lpstr>Xưa lòng nầy đui, rày nhờ Ngài được sáng. Ánh sáng của thế giới duy Jêsus.</vt:lpstr>
      <vt:lpstr>3. Kìa ai trong tối mắt linh bị mây tội che áng, sự sáng của thế giới, duy Jêsus.  </vt:lpstr>
      <vt:lpstr>Lại ao kia rửa đúng như lệnh xưa liền được sáng. Sự sáng của thế giới, duy Jêsus.</vt:lpstr>
      <vt:lpstr>Anh em đến ngay, Jêsus liền soi sáng. Như tâm của tôi, bữa nay thật quang đãng. </vt:lpstr>
      <vt:lpstr>Xưa lòng nầy đui, rày nhờ Ngài được sáng. Ánh sáng của thế giới duy Jêsus.</vt:lpstr>
      <vt:lpstr>4. Ngài cho hay thánh quốc không cần quang cầu soi sáng. Sự sáng của thế giới duy Jêsus.</vt:lpstr>
      <vt:lpstr>Vì Chiên Con chiếu sáng kim thành muôn đời quang đãng. Sự sáng của thế giới duy Jêsus.</vt:lpstr>
      <vt:lpstr>Anh em đến ngay, Jêsus liền soi sáng. Như tâm của tôi, bữa nay thật  quang đãng.  </vt:lpstr>
      <vt:lpstr>Xưa lòng nầy đui, rày nhờ Ngài được sáng. Ánh sáng của thế giới duy Jêsus.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084 - Ánh Sáng Của Thế Giới Duy Jêsus   Thánh Ca 84 Ánh Sáng Của Thế Giới  Duy Jêsus   1. Toàn dân trên đất đắm trong tội đêm dài tăm tối,  sự sáng của thế giới duy Jêsus;   Hào quang Chân Chúa giống mặt trời trưa hè đang chói, sự sáng của thế giới duy Jêsus.   Anh em đến ngay, Jêsus liền soi sáng. Như tâm của tôi, bữa nay thật quang đãng.    Xưa lòng nầy đui, rày nhờ Ngài được sáng. Ánh sáng của thế giới duy Jêsus.  2. Phàm ai trong  Cứu Chúa tâm thần không còn tăm tối. Sự sáng của thế giới duy Jêsus;   Hằng đi trong ánh sáng do Ngài đem đường đưa lối. Sự sáng của thế giới duy Jêsus.  Anh em đến ngay, Jêsus liền soi sáng. Như tâm của tôi, bữa nay thật quang đãng.    Xưa lòng nầy đui, rày nhờ Ngài được sáng. Ánh sáng của thế giới duy Jêsus.  3. Kìa ai trong tối mắt linh bị mây tội che áng, sự sáng của thế giới duy Jêsus.    Lại ao kia rửa đúng như lệnh xưa liền được sáng. Sự sáng của thế giới, duy Jêsus.  Anh em đến ngay, Jêsus liền soi sáng. Như tâm của tôi, bữa nay thật quang đãng.    Xưa lòng nầy đui, rày nhờ Ngài được sáng. Ánh sáng của thế giới duy Jêsus.  4. Ngài cho hay thánh quốc không cần quang cầu soi sáng. Sự sáng của thế giới duy Jêsus.   Vì Chiên Con chiếu sáng kim thành muôn đời quang đãng. Sự sáng của thế giới duy Jêsus.  Anh em đến ngay, Jêsus liền soi sáng. Như tâm của tôi, bữa nay thật quang đãng.    Xưa lòng nầy đui, rày nhờ Ngài được sáng. Ánh sáng của thế giới duy Jêsus.</dc:title>
  <dc:creator>Phan Minh Vinh An; Hiro</dc:creator>
  <cp:lastModifiedBy>Phan Minh Vinh An</cp:lastModifiedBy>
  <cp:revision>7</cp:revision>
  <dcterms:created xsi:type="dcterms:W3CDTF">2018-01-22T08:20:20Z</dcterms:created>
  <dcterms:modified xsi:type="dcterms:W3CDTF">2018-11-03T07:11:17Z</dcterms:modified>
</cp:coreProperties>
</file>