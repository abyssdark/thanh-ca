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9" autoAdjust="0"/>
    <p:restoredTop sz="86477" autoAdjust="0"/>
  </p:normalViewPr>
  <p:slideViewPr>
    <p:cSldViewPr snapToGrid="0">
      <p:cViewPr varScale="1">
        <p:scale>
          <a:sx n="59" d="100"/>
          <a:sy n="59" d="100"/>
        </p:scale>
        <p:origin x="-258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Thánh Ca 59</a:t>
            </a:r>
          </a:p>
          <a:p>
            <a:r>
              <a:rPr lang="vi-VN" dirty="0" smtClean="0"/>
              <a:t>ĐÊM YÊN LẶNG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97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vi-VN" dirty="0" smtClean="0"/>
              <a:t>Đêm yên lặng! Đêm thánh nầy! Vắng vẻ thay, sáng láng thay! Chung quanh chốn Ma-ri đang ngắm con mình,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716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Con Trai thánh rất tươi vui, rất an bình, Đương ngơi dưới khung trời vắng, Êm đềm giữa đêm yên lặng.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2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2. Đêm yên lặng! Đêm thánh nầy! Bỗng kẻ chăn, hoảng hốt thay, Vinh quang thánh ở nơi thiên quốc soi loà,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64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Muôn thiên sứ hát vang: Ha-lê-lu-gia! Cứu Chúa giáng lâm trần thế! Jêsus giáng sinh đêm nầy!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3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3. Đêm yên lặng! Đêm thánh nầy! Đức Chúa Con yêu thương đầy, Dung quang Chúa chiếu ra ân điển thiên đàng,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12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Như tia thái dương khi tưng sáng huy hoàng, Jêsus giáng lâm trần thế! An bình đến cho </a:t>
            </a:r>
            <a:r>
              <a:rPr lang="en-US" smtClean="0"/>
              <a:t/>
            </a:r>
            <a:br>
              <a:rPr lang="en-US" smtClean="0"/>
            </a:br>
            <a:r>
              <a:rPr lang="vi-VN" smtClean="0"/>
              <a:t>nhân </a:t>
            </a:r>
            <a:r>
              <a:rPr lang="vi-VN" dirty="0" smtClean="0"/>
              <a:t>loại!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16750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</TotalTime>
  <Words>154</Words>
  <Application>Microsoft Office PowerPoint</Application>
  <PresentationFormat>Custom</PresentationFormat>
  <Paragraphs>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faithstocks-template-powerpoint-001</vt:lpstr>
      <vt:lpstr>Thánh Ca 59 ĐÊM YÊN LẶNG </vt:lpstr>
      <vt:lpstr>1. Đêm yên lặng! Đêm thánh nầy! Vắng vẻ thay, sáng láng thay! Chung quanh chốn Ma-ri đang ngắm con mình, </vt:lpstr>
      <vt:lpstr>Con Trai thánh rất tươi vui, rất an bình, Đương ngơi dưới khung trời vắng, Êm đềm giữa đêm yên lặng. </vt:lpstr>
      <vt:lpstr>2. Đêm yên lặng! Đêm thánh nầy! Bỗng kẻ chăn, hoảng hốt thay, Vinh quang thánh ở nơi thiên quốc soi loà, </vt:lpstr>
      <vt:lpstr>Muôn thiên sứ hát vang: Ha-lê-lu-gia! Cứu Chúa giáng lâm trần thế! Jêsus giáng sinh đêm nầy! </vt:lpstr>
      <vt:lpstr>3. Đêm yên lặng! Đêm thánh nầy! Đức Chúa Con yêu thương đầy, Dung quang Chúa chiếu ra ân điển thiên đàng, </vt:lpstr>
      <vt:lpstr>Như tia thái dương khi tưng sáng huy hoàng, Jêsus giáng lâm trần thế! An bình đến cho  nhân loại!</vt:lpstr>
    </vt:vector>
  </TitlesOfParts>
  <Company>ASI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59 ĐÊM YÊN LẶNG </dc:title>
  <dc:creator>Phan Minh Vinh An; An Phan</dc:creator>
  <cp:lastModifiedBy>An Phan</cp:lastModifiedBy>
  <cp:revision>1</cp:revision>
  <dcterms:created xsi:type="dcterms:W3CDTF">2018-01-21T12:50:14Z</dcterms:created>
  <dcterms:modified xsi:type="dcterms:W3CDTF">2018-01-21T12:51:36Z</dcterms:modified>
</cp:coreProperties>
</file>