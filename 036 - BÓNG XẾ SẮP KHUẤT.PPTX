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58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6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72" y="2765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348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175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932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147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347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933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429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7426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981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45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2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36</a:t>
            </a:r>
            <a:br>
              <a:rPr lang="en-US" dirty="0"/>
            </a:br>
            <a:r>
              <a:rPr lang="en-US" dirty="0"/>
              <a:t>BÓNG XẾ SẮP KHUẤT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/>
            <a:r>
              <a:rPr lang="en-US" dirty="0"/>
              <a:t> </a:t>
            </a:r>
            <a:r>
              <a:rPr lang="en-GB" dirty="0"/>
              <a:t>1. </a:t>
            </a:r>
            <a:r>
              <a:rPr lang="vi-VN" dirty="0" smtClean="0"/>
              <a:t>Bóng </a:t>
            </a:r>
            <a:r>
              <a:rPr lang="vi-VN" dirty="0"/>
              <a:t>xế sắp khuất</a:t>
            </a:r>
            <a:r>
              <a:rPr lang="en-US" dirty="0"/>
              <a:t> </a:t>
            </a:r>
            <a:br>
              <a:rPr lang="en-US" dirty="0"/>
            </a:br>
            <a:r>
              <a:rPr lang="vi-VN" dirty="0"/>
              <a:t>non đoài nay,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cả hải võ trông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an tịnh</a:t>
            </a:r>
            <a:r>
              <a:rPr lang="en-US" dirty="0"/>
              <a:t> </a:t>
            </a:r>
            <a:r>
              <a:rPr lang="vi-VN" dirty="0"/>
              <a:t>thay,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40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Đèn trời kia tinh tú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nhấp nháy,</a:t>
            </a:r>
            <a:r>
              <a:rPr lang="en-US" dirty="0"/>
              <a:t> </a:t>
            </a:r>
            <a:r>
              <a:rPr lang="vi-VN" dirty="0"/>
              <a:t>Chúc tán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hoan ca</a:t>
            </a:r>
            <a:r>
              <a:rPr lang="en-US" dirty="0"/>
              <a:t> </a:t>
            </a:r>
            <a:r>
              <a:rPr lang="vi-VN" dirty="0"/>
              <a:t>Chúa nhân 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thảy tôn vinh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812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thay, thánh thay, thánh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duy tôn rày!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2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Bao hàm trên trời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tột phương đất,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địa nhân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cùng hòa thanh hát,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tể vạn quân!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5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Giữa cảnh sắc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dưới khung trời cao,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chỗ Chúa ở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tốt tươi dường bao;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95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Cầu Ngài họp bầy chiên ngơ ngáo, ẵm mãi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trong tay để chỉ giáo,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chẳng xa khi nào.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774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thay, thánh thay, thánh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duy tôn rày!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086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Bao hàm trên trời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tột phương đất,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địa nhân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cùng</a:t>
            </a:r>
            <a:r>
              <a:rPr lang="en-US" dirty="0"/>
              <a:t> </a:t>
            </a:r>
            <a:r>
              <a:rPr lang="vi-VN" dirty="0"/>
              <a:t>hòa thanh hát,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tể vạn quân!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36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Giữa lúc tối tăm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đêm quạnh hiu,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ẵm chúng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trong tình yêu;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628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Vượt trời cao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ngàn sao lấp lánh,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chốn hiển vinh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do ân điển thánh </a:t>
            </a:r>
            <a:br>
              <a:rPr lang="vi-VN" dirty="0"/>
            </a:br>
            <a:r>
              <a:rPr lang="vi-VN" dirty="0"/>
              <a:t>Chúa Cha nhân lành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61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thay, thánh thay, thánh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duy tôn rày!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948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Bao hàm trên trời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tột phương đất,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địa nhân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cùng hòa thanh hát,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tể vạn quân!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78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Lúc sắp</a:t>
            </a:r>
            <a:r>
              <a:rPr lang="en-US" dirty="0"/>
              <a:t> </a:t>
            </a:r>
            <a:r>
              <a:rPr lang="vi-VN" dirty="0"/>
              <a:t>tách bước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xa trần gian,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thay thảy ánh trăng,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sao đều tan,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170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Nguyện được trông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ban mai tươi sáng,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bóng tối tăm kia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bỗng</a:t>
            </a:r>
            <a:r>
              <a:rPr lang="en-US" dirty="0"/>
              <a:t> </a:t>
            </a:r>
            <a:r>
              <a:rPr lang="vi-VN" dirty="0"/>
              <a:t>tiêu tán,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sống trên thiên đàng.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46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thay, thánh thay, thánh thay,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duy tôn rày!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307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 Bao hàm trên trời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tột phương đất,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địa nhân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cùng</a:t>
            </a:r>
            <a:r>
              <a:rPr lang="en-US" dirty="0"/>
              <a:t> </a:t>
            </a:r>
            <a:r>
              <a:rPr lang="vi-VN" dirty="0"/>
              <a:t>hòa thanh hát,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tể vạn quân!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71659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21</TotalTime>
  <Words>101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faithstocks-template-powerpoint-001</vt:lpstr>
      <vt:lpstr>Presentation1</vt:lpstr>
      <vt:lpstr>Thánh Ca 36 BÓNG XẾ SẮP KHUẤT</vt:lpstr>
      <vt:lpstr> 1. Bóng xế sắp khuất  non đoài nay, cả hải võ trông an tịnh thay,</vt:lpstr>
      <vt:lpstr>Đèn trời kia tinh tú nhấp nháy, Chúc tán hoan ca Chúa nhân ái, thảy tôn vinh Ngài. </vt:lpstr>
      <vt:lpstr>Thánh thay, thánh thay, thánh thay, Chúa duy tôn rày! </vt:lpstr>
      <vt:lpstr>Bao hàm trên trời tột phương đất, thiên địa nhân cùng hòa thanh hát, Chúa tể vạn quân!</vt:lpstr>
      <vt:lpstr>2. Giữa cảnh sắc dưới khung trời cao, chỗ Chúa ở tốt tươi dường bao; </vt:lpstr>
      <vt:lpstr>Cầu Ngài họp bầy chiên ngơ ngáo, ẵm mãi trong tay để chỉ giáo, chẳng xa khi nào. </vt:lpstr>
      <vt:lpstr>Thánh thay, thánh thay, thánh thay, Chúa duy tôn rày! </vt:lpstr>
      <vt:lpstr>Bao hàm trên trời tột phương đất, thiên địa nhân cùng hòa thanh hát, Chúa tể vạn quân!</vt:lpstr>
      <vt:lpstr>3. Giữa lúc tối tăm đêm quạnh hiu, Chúa ẵm chúng tôi trong tình yêu; </vt:lpstr>
      <vt:lpstr>Vượt trời cao ngàn sao lấp lánh, chốn hiển vinh do ân điển thánh  Chúa Cha nhân lành</vt:lpstr>
      <vt:lpstr>Thánh thay, thánh thay, thánh thay, Chúa duy tôn rày! </vt:lpstr>
      <vt:lpstr>Bao hàm trên trời tột phương đất, thiên địa nhân cùng hòa thanh hát, Chúa tể vạn quân!</vt:lpstr>
      <vt:lpstr>4. Lúc sắp tách bước xa trần gian, thay thảy ánh trăng, sao đều tan, </vt:lpstr>
      <vt:lpstr>Nguyện được trông ban mai tươi sáng, bóng tối tăm kia bỗng tiêu tán, sống trên thiên đàng.</vt:lpstr>
      <vt:lpstr>Thánh thay, thánh thay, thánh thay, Chúa duy tôn rày!</vt:lpstr>
      <vt:lpstr> Bao hàm trên trời tột phương đất, thiên địa nhân cùng hòa thanh hát, Chúa tể vạn quân!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36 Bóng Xế Sắp Khuất</dc:title>
  <dc:creator>Phan Minh Vinh An; Windows User</dc:creator>
  <cp:lastModifiedBy>An Phan</cp:lastModifiedBy>
  <cp:revision>9</cp:revision>
  <dcterms:created xsi:type="dcterms:W3CDTF">2018-01-22T16:15:01Z</dcterms:created>
  <dcterms:modified xsi:type="dcterms:W3CDTF">2018-11-08T04:10:08Z</dcterms:modified>
</cp:coreProperties>
</file>