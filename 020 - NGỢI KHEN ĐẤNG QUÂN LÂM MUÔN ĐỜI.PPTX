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33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568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445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74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084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476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3411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4920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2607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37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80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72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01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20</a:t>
            </a:r>
            <a:br>
              <a:rPr lang="en-US" dirty="0"/>
            </a:br>
            <a:r>
              <a:rPr lang="en-US" dirty="0"/>
              <a:t>NGỢI KHEN ĐẤNG</a:t>
            </a:r>
            <a:br>
              <a:rPr lang="en-US" dirty="0"/>
            </a:br>
            <a:r>
              <a:rPr lang="en-US" dirty="0"/>
              <a:t>QUÂN LÂM MUÔN ĐỜI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Đồng </a:t>
            </a:r>
            <a:r>
              <a:rPr lang="vi-VN" dirty="0" smtClean="0"/>
              <a:t>ngợi khen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Đấng quân lâm muôn đời,</a:t>
            </a:r>
            <a:br>
              <a:rPr lang="vi-VN" dirty="0" smtClean="0"/>
            </a:br>
            <a:r>
              <a:rPr lang="vi-VN" dirty="0" smtClean="0"/>
              <a:t>từ thượng thiên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tỏ quyền oai;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6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Chúa phó Con Một,</a:t>
            </a:r>
            <a:br>
              <a:rPr lang="vi-VN" dirty="0"/>
            </a:br>
            <a:r>
              <a:rPr lang="vi-VN" dirty="0"/>
              <a:t>nguyên Đấng vô tội,</a:t>
            </a:r>
            <a:br>
              <a:rPr lang="vi-VN" dirty="0"/>
            </a:br>
            <a:r>
              <a:rPr lang="vi-VN" dirty="0"/>
              <a:t>chịu hình</a:t>
            </a:r>
            <a:br>
              <a:rPr lang="vi-VN" dirty="0"/>
            </a:br>
            <a:r>
              <a:rPr lang="vi-VN" dirty="0"/>
              <a:t>thay thế nhân loại.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16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Đồng ngợi danh Jêsus,</a:t>
            </a:r>
            <a:br>
              <a:rPr lang="vi-VN" dirty="0"/>
            </a:br>
            <a:r>
              <a:rPr lang="vi-VN" dirty="0"/>
              <a:t>tôn kính danh Jêsus,</a:t>
            </a:r>
            <a:br>
              <a:rPr lang="vi-VN" dirty="0"/>
            </a:br>
            <a:r>
              <a:rPr lang="vi-VN" dirty="0"/>
              <a:t>đồng ngợi khen</a:t>
            </a:r>
            <a:br>
              <a:rPr lang="vi-VN" dirty="0"/>
            </a:br>
            <a:r>
              <a:rPr lang="vi-VN" dirty="0"/>
              <a:t>danh Cứu Chúa Jêsus.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22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Đồng ngợi danh Jêsus,</a:t>
            </a:r>
            <a:br>
              <a:rPr lang="vi-VN" dirty="0"/>
            </a:br>
            <a:r>
              <a:rPr lang="vi-VN" dirty="0"/>
              <a:t>tôn kính danh Jêsus,</a:t>
            </a:r>
            <a:br>
              <a:rPr lang="vi-VN" dirty="0"/>
            </a:br>
            <a:r>
              <a:rPr lang="vi-VN" dirty="0"/>
              <a:t>đồng ngợi khen</a:t>
            </a:r>
            <a:br>
              <a:rPr lang="vi-VN" dirty="0"/>
            </a:br>
            <a:r>
              <a:rPr lang="vi-VN" dirty="0"/>
              <a:t>danh Cứu Chúa Jêsus.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639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Ngợi tụng danh Chúa quang minh muôn đời,</a:t>
            </a:r>
            <a:br>
              <a:rPr lang="vi-VN" dirty="0"/>
            </a:br>
            <a:r>
              <a:rPr lang="vi-VN" dirty="0"/>
              <a:t>toàn quyền trên cả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kiền khôn;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766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Cánh hữu Thiên Phụ,</a:t>
            </a:r>
            <a:br>
              <a:rPr lang="vi-VN" dirty="0"/>
            </a:br>
            <a:r>
              <a:rPr lang="vi-VN" dirty="0"/>
              <a:t>Jêsus đang ngồi,</a:t>
            </a:r>
            <a:br>
              <a:rPr lang="vi-VN" dirty="0"/>
            </a:br>
            <a:r>
              <a:rPr lang="vi-VN" dirty="0"/>
              <a:t>được toàn thiên sứ</a:t>
            </a:r>
            <a:br>
              <a:rPr lang="vi-VN" dirty="0"/>
            </a:br>
            <a:r>
              <a:rPr lang="vi-VN" dirty="0"/>
              <a:t>suy tôn.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40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Đồng ngợi danh Jêsus,</a:t>
            </a:r>
            <a:br>
              <a:rPr lang="vi-VN" dirty="0"/>
            </a:br>
            <a:r>
              <a:rPr lang="vi-VN" dirty="0"/>
              <a:t>tôn kính danh Jêsus,</a:t>
            </a:r>
            <a:br>
              <a:rPr lang="vi-VN" dirty="0"/>
            </a:br>
            <a:r>
              <a:rPr lang="vi-VN" dirty="0"/>
              <a:t>đồng ngợi khen</a:t>
            </a:r>
            <a:br>
              <a:rPr lang="vi-VN" dirty="0"/>
            </a:br>
            <a:r>
              <a:rPr lang="vi-VN" dirty="0"/>
              <a:t>danh Cứu Chúa Jêsus.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021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Đồng ngợi danh Jêsus,</a:t>
            </a:r>
            <a:br>
              <a:rPr lang="vi-VN" dirty="0"/>
            </a:br>
            <a:r>
              <a:rPr lang="vi-VN" dirty="0"/>
              <a:t>tôn kính danh Jêsus,</a:t>
            </a:r>
            <a:br>
              <a:rPr lang="vi-VN" dirty="0"/>
            </a:br>
            <a:r>
              <a:rPr lang="vi-VN" dirty="0"/>
              <a:t>đồng ngợi khen</a:t>
            </a:r>
            <a:br>
              <a:rPr lang="vi-VN" dirty="0"/>
            </a:br>
            <a:r>
              <a:rPr lang="vi-VN" dirty="0"/>
              <a:t>danh Cứu Chúa Jêsus.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704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Christ là thân hữu</a:t>
            </a:r>
            <a:br>
              <a:rPr lang="vi-VN" dirty="0"/>
            </a:br>
            <a:r>
              <a:rPr lang="vi-VN" dirty="0"/>
              <a:t>hy sinh thục hồi.</a:t>
            </a:r>
            <a:br>
              <a:rPr lang="vi-VN" dirty="0"/>
            </a:br>
            <a:r>
              <a:rPr lang="vi-VN" dirty="0"/>
              <a:t>Loài người</a:t>
            </a:r>
            <a:br>
              <a:rPr lang="vi-VN" dirty="0"/>
            </a:br>
            <a:r>
              <a:rPr lang="vi-VN" dirty="0"/>
              <a:t>hư mất hồn linh;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545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Chúa đã lo liệu</a:t>
            </a:r>
            <a:br>
              <a:rPr lang="vi-VN" dirty="0"/>
            </a:br>
            <a:r>
              <a:rPr lang="vi-VN" dirty="0"/>
              <a:t>phương cứu cho rồi,</a:t>
            </a:r>
            <a:br>
              <a:rPr lang="vi-VN" dirty="0"/>
            </a:br>
            <a:r>
              <a:rPr lang="vi-VN" dirty="0"/>
              <a:t>Ngài vì ta</a:t>
            </a:r>
            <a:r>
              <a:rPr lang="en-US" dirty="0"/>
              <a:t> </a:t>
            </a:r>
            <a:r>
              <a:rPr lang="vi-VN" dirty="0"/>
              <a:t>phải</a:t>
            </a:r>
            <a:r>
              <a:rPr lang="en-US" dirty="0"/>
              <a:t> </a:t>
            </a:r>
            <a:r>
              <a:rPr lang="vi-VN" dirty="0"/>
              <a:t>lâm hình.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266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Đồng ngợi danh Jêsus,</a:t>
            </a:r>
            <a:br>
              <a:rPr lang="vi-VN" dirty="0"/>
            </a:br>
            <a:r>
              <a:rPr lang="vi-VN" dirty="0"/>
              <a:t>tôn kính danh Jêsus,</a:t>
            </a:r>
            <a:br>
              <a:rPr lang="vi-VN" dirty="0"/>
            </a:br>
            <a:r>
              <a:rPr lang="vi-VN" dirty="0"/>
              <a:t>đồng ngợi khen</a:t>
            </a:r>
            <a:br>
              <a:rPr lang="vi-VN" dirty="0"/>
            </a:br>
            <a:r>
              <a:rPr lang="vi-VN" dirty="0"/>
              <a:t>danh Cứu Chúa Jêsus.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354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Đồng ngợi danh Jêsus,</a:t>
            </a:r>
            <a:br>
              <a:rPr lang="vi-VN" dirty="0"/>
            </a:br>
            <a:r>
              <a:rPr lang="vi-VN" dirty="0"/>
              <a:t>tôn kính danh Jêsus,</a:t>
            </a:r>
            <a:br>
              <a:rPr lang="vi-VN" dirty="0"/>
            </a:br>
            <a:r>
              <a:rPr lang="vi-VN" dirty="0"/>
              <a:t>đồng ngợi khen</a:t>
            </a:r>
            <a:br>
              <a:rPr lang="vi-VN" dirty="0"/>
            </a:br>
            <a:r>
              <a:rPr lang="vi-VN" dirty="0"/>
              <a:t>danh Cứu Chúa Jêsus.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725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Biệt hiệu Mưu sĩ</a:t>
            </a:r>
            <a:br>
              <a:rPr lang="vi-VN" dirty="0"/>
            </a:br>
            <a:r>
              <a:rPr lang="vi-VN" dirty="0"/>
              <a:t>danh cao lạ lùng,</a:t>
            </a:r>
            <a:br>
              <a:rPr lang="vi-VN" dirty="0"/>
            </a:br>
            <a:r>
              <a:rPr lang="vi-VN" dirty="0"/>
              <a:t>Thần bình an,</a:t>
            </a:r>
            <a:br>
              <a:rPr lang="vi-VN" dirty="0"/>
            </a:br>
            <a:r>
              <a:rPr lang="vi-VN" dirty="0"/>
              <a:t>Chúa quyền oai.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39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Đắc thắng quân thù,</a:t>
            </a:r>
            <a:br>
              <a:rPr lang="vi-VN" dirty="0"/>
            </a:br>
            <a:r>
              <a:rPr lang="vi-VN" dirty="0"/>
              <a:t>muôn nước phục tùng,</a:t>
            </a:r>
            <a:br>
              <a:rPr lang="vi-VN" dirty="0"/>
            </a:br>
            <a:r>
              <a:rPr lang="vi-VN" dirty="0"/>
              <a:t>trị vì ngôi báu</a:t>
            </a:r>
            <a:r>
              <a:rPr lang="en-US" dirty="0"/>
              <a:t> </a:t>
            </a:r>
            <a:r>
              <a:rPr lang="vi-VN" dirty="0"/>
              <a:t>lâu dài.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389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Đồng ngợi danh Jêsus,</a:t>
            </a:r>
            <a:br>
              <a:rPr lang="vi-VN" dirty="0"/>
            </a:br>
            <a:r>
              <a:rPr lang="vi-VN" dirty="0"/>
              <a:t>tôn kính danh Jêsus,</a:t>
            </a:r>
            <a:br>
              <a:rPr lang="vi-VN" dirty="0"/>
            </a:br>
            <a:r>
              <a:rPr lang="vi-VN" dirty="0"/>
              <a:t>đồng ngợi khen</a:t>
            </a:r>
            <a:br>
              <a:rPr lang="vi-VN" dirty="0"/>
            </a:br>
            <a:r>
              <a:rPr lang="vi-VN" dirty="0"/>
              <a:t>danh Cứu Chúa Jêsus.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374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Đồng ngợi danh Jêsus,</a:t>
            </a:r>
            <a:br>
              <a:rPr lang="vi-VN" dirty="0"/>
            </a:br>
            <a:r>
              <a:rPr lang="vi-VN" dirty="0"/>
              <a:t>tôn kính danh Jêsus,</a:t>
            </a:r>
            <a:br>
              <a:rPr lang="vi-VN" dirty="0"/>
            </a:br>
            <a:r>
              <a:rPr lang="vi-VN" dirty="0"/>
              <a:t>đồng ngợi khen</a:t>
            </a:r>
            <a:br>
              <a:rPr lang="vi-VN" dirty="0"/>
            </a:br>
            <a:r>
              <a:rPr lang="vi-VN" dirty="0"/>
              <a:t>danh Cứu Chúa Jêsus.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285667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4</TotalTime>
  <Words>90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faithstocks-template-powerpoint-001</vt:lpstr>
      <vt:lpstr>Presentation1</vt:lpstr>
      <vt:lpstr>Thánh Ca 20 NGỢI KHEN ĐẤNG QUÂN LÂM MUÔN ĐỜI</vt:lpstr>
      <vt:lpstr>1. Đồng ngợi khen Đấng quân lâm muôn đời, từ thượng thiên tỏ quyền oai; </vt:lpstr>
      <vt:lpstr>Chúa phó Con Một, nguyên Đấng vô tội, chịu hình thay thế nhân loại. </vt:lpstr>
      <vt:lpstr>Đồng ngợi danh Jêsus, tôn kính danh Jêsus, đồng ngợi khen danh Cứu Chúa Jêsus. </vt:lpstr>
      <vt:lpstr>Đồng ngợi danh Jêsus, tôn kính danh Jêsus, đồng ngợi khen danh Cứu Chúa Jêsus.</vt:lpstr>
      <vt:lpstr>2. Ngợi tụng danh Chúa quang minh muôn đời, toàn quyền trên cả kiền khôn;</vt:lpstr>
      <vt:lpstr>Cánh hữu Thiên Phụ, Jêsus đang ngồi, được toàn thiên sứ suy tôn.</vt:lpstr>
      <vt:lpstr>Đồng ngợi danh Jêsus, tôn kính danh Jêsus, đồng ngợi khen danh Cứu Chúa Jêsus. </vt:lpstr>
      <vt:lpstr>Đồng ngợi danh Jêsus, tôn kính danh Jêsus, đồng ngợi khen danh Cứu Chúa Jêsus.</vt:lpstr>
      <vt:lpstr>3. Christ là thân hữu hy sinh thục hồi. Loài người hư mất hồn linh;</vt:lpstr>
      <vt:lpstr>Chúa đã lo liệu phương cứu cho rồi, Ngài vì ta phải lâm hình.</vt:lpstr>
      <vt:lpstr>Đồng ngợi danh Jêsus, tôn kính danh Jêsus, đồng ngợi khen danh Cứu Chúa Jêsus. </vt:lpstr>
      <vt:lpstr>Đồng ngợi danh Jêsus, tôn kính danh Jêsus, đồng ngợi khen danh Cứu Chúa Jêsus.</vt:lpstr>
      <vt:lpstr>4. Biệt hiệu Mưu sĩ danh cao lạ lùng, Thần bình an, Chúa quyền oai.</vt:lpstr>
      <vt:lpstr>Đắc thắng quân thù, muôn nước phục tùng, trị vì ngôi báu lâu dài.</vt:lpstr>
      <vt:lpstr>Đồng ngợi danh Jêsus, tôn kính danh Jêsus, đồng ngợi khen danh Cứu Chúa Jêsus. </vt:lpstr>
      <vt:lpstr>Đồng ngợi danh Jêsus, tôn kính danh Jêsus, đồng ngợi khen danh Cứu Chúa Jêsus.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20 Ngợi Khen Đấng Quân Lâm Muôn Đời</dc:title>
  <dc:creator>Phan Minh Vinh An; KIETTTSE62520</dc:creator>
  <cp:lastModifiedBy>An Phan</cp:lastModifiedBy>
  <cp:revision>5</cp:revision>
  <dcterms:created xsi:type="dcterms:W3CDTF">2018-01-22T16:35:57Z</dcterms:created>
  <dcterms:modified xsi:type="dcterms:W3CDTF">2018-11-08T04:11:48Z</dcterms:modified>
</cp:coreProperties>
</file>