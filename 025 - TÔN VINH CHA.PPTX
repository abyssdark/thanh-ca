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-60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25</a:t>
            </a:r>
            <a:br>
              <a:rPr lang="en-US" dirty="0"/>
            </a:br>
            <a:r>
              <a:rPr lang="en-US" dirty="0" smtClean="0"/>
              <a:t>TÔN VINH CHA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Ôi, tôn vinh </a:t>
            </a:r>
            <a:r>
              <a:rPr lang="vi-VN" dirty="0" smtClean="0"/>
              <a:t>thay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Cha </a:t>
            </a:r>
            <a:r>
              <a:rPr lang="vi-VN" dirty="0"/>
              <a:t>chí </a:t>
            </a:r>
            <a:r>
              <a:rPr lang="vi-VN" dirty="0" smtClean="0"/>
              <a:t>thánh,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Con </a:t>
            </a:r>
            <a:r>
              <a:rPr lang="vi-VN" dirty="0"/>
              <a:t>minh </a:t>
            </a:r>
            <a:r>
              <a:rPr lang="vi-VN" dirty="0" smtClean="0"/>
              <a:t>chánh,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Linh </a:t>
            </a:r>
            <a:r>
              <a:rPr lang="vi-VN" dirty="0"/>
              <a:t>quang </a:t>
            </a:r>
            <a:r>
              <a:rPr lang="vi-VN" dirty="0" smtClean="0"/>
              <a:t>vinh,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Ba </a:t>
            </a:r>
            <a:r>
              <a:rPr lang="vi-VN" dirty="0"/>
              <a:t>Ngôi trọn lành.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6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Ngài từ muôn muôn xưa vốn trước tiên.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Hiện nay, mai sau</a:t>
            </a:r>
            <a:r>
              <a:rPr lang="en-US" smtClean="0"/>
              <a:t/>
            </a:r>
            <a:br>
              <a:rPr lang="en-US" smtClean="0"/>
            </a:br>
            <a:r>
              <a:rPr lang="vi-VN" smtClean="0"/>
              <a:t>mãi </a:t>
            </a:r>
            <a:r>
              <a:rPr lang="vi-VN" dirty="0" smtClean="0"/>
              <a:t>đứng nguyên, vô biến vô thiên! A-men, A-men.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4060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0</TotalTime>
  <Words>17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faithstocks-template-powerpoint-001</vt:lpstr>
      <vt:lpstr>Thánh Ca 25 TÔN VINH CHA</vt:lpstr>
      <vt:lpstr>Ôi, tôn vinh thay Cha chí thánh, Con minh chánh, Linh quang vinh, Ba Ngôi trọn lành. </vt:lpstr>
      <vt:lpstr>Ngài từ muôn muôn xưa vốn trước tiên. Hiện nay, mai sau mãi đứng nguyên, vô biến vô thiên! A-men, A-men.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25 Tôn Vinh Cha</dc:title>
  <dc:creator>Phan Minh Vinh An; KIETTTSE62520</dc:creator>
  <cp:lastModifiedBy>KIETTTSE62520</cp:lastModifiedBy>
  <cp:revision>2</cp:revision>
  <dcterms:created xsi:type="dcterms:W3CDTF">2018-01-22T16:49:41Z</dcterms:created>
  <dcterms:modified xsi:type="dcterms:W3CDTF">2018-01-29T14:57:18Z</dcterms:modified>
</cp:coreProperties>
</file>