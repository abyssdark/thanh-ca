
<file path=[Content_Types].xml><?xml version="1.0" encoding="utf-8"?>
<Types xmlns="http://schemas.openxmlformats.org/package/2006/content-types">
  <Default Extension="jpeg" ContentType="image/jpeg"/>
  <Default Extension="rels" ContentType="application/vnd.openxmlformats-package.relationships+xml"/>
  <Default Extension="xml" ContentType="application/xml"/>
  <Default Extension="jpg" ContentType="image/jpeg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738" r:id="rId1"/>
  </p:sldMasterIdLst>
  <p:sldIdLst>
    <p:sldId id="256" r:id="rId2"/>
    <p:sldId id="257" r:id="rId3"/>
    <p:sldId id="260" r:id="rId4"/>
    <p:sldId id="261" r:id="rId5"/>
    <p:sldId id="262" r:id="rId6"/>
    <p:sldId id="263" r:id="rId7"/>
    <p:sldId id="264" r:id="rId8"/>
    <p:sldId id="265" r:id="rId9"/>
    <p:sldId id="266" r:id="rId10"/>
    <p:sldId id="258" r:id="rId11"/>
    <p:sldId id="267" r:id="rId12"/>
    <p:sldId id="268" r:id="rId13"/>
    <p:sldId id="269" r:id="rId14"/>
    <p:sldId id="270" r:id="rId15"/>
    <p:sldId id="271" r:id="rId16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384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6003" autoAdjust="0"/>
    <p:restoredTop sz="94660" autoAdjust="0"/>
  </p:normalViewPr>
  <p:slideViewPr>
    <p:cSldViewPr snapToGrid="0">
      <p:cViewPr varScale="1">
        <p:scale>
          <a:sx n="77" d="100"/>
          <a:sy n="77" d="100"/>
        </p:scale>
        <p:origin x="642" y="132"/>
      </p:cViewPr>
      <p:guideLst>
        <p:guide orient="horz" pos="2160"/>
        <p:guide pos="3840"/>
      </p:guideLst>
    </p:cSldViewPr>
  </p:slideViewPr>
  <p:outlineViewPr>
    <p:cViewPr>
      <p:scale>
        <a:sx n="33" d="100"/>
        <a:sy n="33" d="100"/>
      </p:scale>
      <p:origin x="0" y="0"/>
    </p:cViewPr>
  </p:outlin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viewProps" Target="viewProp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presProps" Target="presProps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tableStyles" Target="tableStyle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10" Type="http://schemas.openxmlformats.org/officeDocument/2006/relationships/slide" Target="slides/slide9.xml"/><Relationship Id="rId19" Type="http://schemas.openxmlformats.org/officeDocument/2006/relationships/theme" Target="theme/theme1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jpeg"/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jpeg"/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jpg"/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jpg"/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jpg"/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jpg"/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jpg"/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jpg"/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Tên Bài Hát - 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itle 1"/>
          <p:cNvSpPr>
            <a:spLocks noGrp="1"/>
          </p:cNvSpPr>
          <p:nvPr>
            <p:ph type="title" hasCustomPrompt="1"/>
          </p:nvPr>
        </p:nvSpPr>
        <p:spPr>
          <a:xfrm>
            <a:off x="633742" y="922712"/>
            <a:ext cx="10791731" cy="4081549"/>
          </a:xfrm>
          <a:prstGeom prst="rect">
            <a:avLst/>
          </a:prstGeom>
        </p:spPr>
        <p:txBody>
          <a:bodyPr anchor="ctr">
            <a:noAutofit/>
          </a:bodyPr>
          <a:lstStyle>
            <a:lvl1pPr algn="ctr">
              <a:lnSpc>
                <a:spcPct val="120000"/>
              </a:lnSpc>
              <a:defRPr sz="7000" b="1" baseline="0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</a:lstStyle>
          <a:p>
            <a:r>
              <a:rPr lang="en-US" dirty="0" err="1"/>
              <a:t>Tiêu</a:t>
            </a:r>
            <a:r>
              <a:rPr lang="en-US" dirty="0"/>
              <a:t> </a:t>
            </a:r>
            <a:r>
              <a:rPr lang="en-US" dirty="0" err="1"/>
              <a:t>đề</a:t>
            </a:r>
            <a:r>
              <a:rPr lang="en-US" dirty="0"/>
              <a:t> </a:t>
            </a:r>
            <a:r>
              <a:rPr lang="en-US" dirty="0" err="1"/>
              <a:t>bài</a:t>
            </a:r>
            <a:r>
              <a:rPr lang="en-US" dirty="0"/>
              <a:t> </a:t>
            </a:r>
            <a:r>
              <a:rPr lang="en-US" dirty="0" err="1"/>
              <a:t>hát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083255646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Lời Bài Hát - 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itle 1"/>
          <p:cNvSpPr>
            <a:spLocks noGrp="1"/>
          </p:cNvSpPr>
          <p:nvPr>
            <p:ph type="title" hasCustomPrompt="1"/>
          </p:nvPr>
        </p:nvSpPr>
        <p:spPr>
          <a:xfrm>
            <a:off x="337751" y="325925"/>
            <a:ext cx="11516497" cy="6237837"/>
          </a:xfrm>
          <a:prstGeom prst="rect">
            <a:avLst/>
          </a:prstGeom>
        </p:spPr>
        <p:txBody>
          <a:bodyPr anchor="ctr">
            <a:noAutofit/>
          </a:bodyPr>
          <a:lstStyle>
            <a:lvl1pPr algn="ctr">
              <a:lnSpc>
                <a:spcPct val="120000"/>
              </a:lnSpc>
              <a:defRPr sz="7000" b="1" baseline="0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</a:lstStyle>
          <a:p>
            <a:r>
              <a:rPr lang="en-US" dirty="0" err="1"/>
              <a:t>Nhập</a:t>
            </a:r>
            <a:r>
              <a:rPr lang="en-US" dirty="0"/>
              <a:t> </a:t>
            </a:r>
            <a:r>
              <a:rPr lang="en-US" dirty="0" err="1"/>
              <a:t>nội</a:t>
            </a:r>
            <a:r>
              <a:rPr lang="en-US" dirty="0"/>
              <a:t> dung </a:t>
            </a:r>
            <a:r>
              <a:rPr lang="en-US" dirty="0" err="1"/>
              <a:t>vào</a:t>
            </a:r>
            <a:r>
              <a:rPr lang="en-US" dirty="0"/>
              <a:t> </a:t>
            </a:r>
            <a:r>
              <a:rPr lang="en-US" dirty="0" err="1"/>
              <a:t>đây</a:t>
            </a:r>
            <a:r>
              <a:rPr lang="en-US" dirty="0"/>
              <a:t/>
            </a:r>
            <a:br>
              <a:rPr lang="en-US" dirty="0"/>
            </a:br>
            <a:r>
              <a:rPr lang="en-US" dirty="0" err="1"/>
              <a:t>Nhập</a:t>
            </a:r>
            <a:r>
              <a:rPr lang="en-US" dirty="0"/>
              <a:t> </a:t>
            </a:r>
            <a:r>
              <a:rPr lang="en-US" dirty="0" err="1"/>
              <a:t>nội</a:t>
            </a:r>
            <a:r>
              <a:rPr lang="en-US" dirty="0"/>
              <a:t> dung </a:t>
            </a:r>
            <a:r>
              <a:rPr lang="en-US" dirty="0" err="1"/>
              <a:t>vào</a:t>
            </a:r>
            <a:r>
              <a:rPr lang="en-US" dirty="0"/>
              <a:t> </a:t>
            </a:r>
            <a:r>
              <a:rPr lang="en-US" dirty="0" err="1"/>
              <a:t>đây</a:t>
            </a:r>
            <a:r>
              <a:rPr lang="en-US" dirty="0"/>
              <a:t/>
            </a:r>
            <a:br>
              <a:rPr lang="en-US" dirty="0"/>
            </a:br>
            <a:r>
              <a:rPr lang="en-US" dirty="0" err="1"/>
              <a:t>Nhập</a:t>
            </a:r>
            <a:r>
              <a:rPr lang="en-US" dirty="0"/>
              <a:t> </a:t>
            </a:r>
            <a:r>
              <a:rPr lang="en-US" dirty="0" err="1"/>
              <a:t>nội</a:t>
            </a:r>
            <a:r>
              <a:rPr lang="en-US" dirty="0"/>
              <a:t> dung </a:t>
            </a:r>
            <a:r>
              <a:rPr lang="en-US" dirty="0" err="1"/>
              <a:t>vào</a:t>
            </a:r>
            <a:r>
              <a:rPr lang="en-US" dirty="0"/>
              <a:t> </a:t>
            </a:r>
            <a:r>
              <a:rPr lang="en-US" dirty="0" err="1"/>
              <a:t>đây</a:t>
            </a:r>
            <a:r>
              <a:rPr lang="en-US" dirty="0"/>
              <a:t/>
            </a:r>
            <a:br>
              <a:rPr lang="en-US" dirty="0"/>
            </a:br>
            <a:r>
              <a:rPr lang="en-US" dirty="0" err="1"/>
              <a:t>Nhập</a:t>
            </a:r>
            <a:r>
              <a:rPr lang="en-US" dirty="0"/>
              <a:t> </a:t>
            </a:r>
            <a:r>
              <a:rPr lang="en-US" dirty="0" err="1"/>
              <a:t>nội</a:t>
            </a:r>
            <a:r>
              <a:rPr lang="en-US" dirty="0"/>
              <a:t> dung </a:t>
            </a:r>
            <a:r>
              <a:rPr lang="en-US" dirty="0" err="1"/>
              <a:t>vào</a:t>
            </a:r>
            <a:r>
              <a:rPr lang="en-US" dirty="0"/>
              <a:t> </a:t>
            </a:r>
            <a:r>
              <a:rPr lang="en-US" dirty="0" err="1"/>
              <a:t>đây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942789297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ên Bài Hát - 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Picture 3"/>
          <p:cNvPicPr>
            <a:picLocks noChangeAspect="1"/>
          </p:cNvPicPr>
          <p:nvPr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6" name="Title 1">
            <a:extLst>
              <a:ext uri="{FF2B5EF4-FFF2-40B4-BE49-F238E27FC236}">
                <a16:creationId xmlns:a16="http://schemas.microsoft.com/office/drawing/2014/main" id="{8D7B5080-280C-457F-B1C3-02181A2D075D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633742" y="922712"/>
            <a:ext cx="10791731" cy="4081549"/>
          </a:xfrm>
          <a:prstGeom prst="rect">
            <a:avLst/>
          </a:prstGeom>
        </p:spPr>
        <p:txBody>
          <a:bodyPr anchor="ctr">
            <a:noAutofit/>
          </a:bodyPr>
          <a:lstStyle>
            <a:lvl1pPr algn="ctr">
              <a:lnSpc>
                <a:spcPct val="120000"/>
              </a:lnSpc>
              <a:defRPr sz="7000" b="1" baseline="0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</a:lstStyle>
          <a:p>
            <a:r>
              <a:rPr lang="en-US" dirty="0" err="1"/>
              <a:t>Tiêu</a:t>
            </a:r>
            <a:r>
              <a:rPr lang="en-US" dirty="0"/>
              <a:t> </a:t>
            </a:r>
            <a:r>
              <a:rPr lang="en-US" dirty="0" err="1"/>
              <a:t>đề</a:t>
            </a:r>
            <a:r>
              <a:rPr lang="en-US" dirty="0"/>
              <a:t> </a:t>
            </a:r>
            <a:r>
              <a:rPr lang="en-US" dirty="0" err="1"/>
              <a:t>bài</a:t>
            </a:r>
            <a:r>
              <a:rPr lang="en-US" dirty="0"/>
              <a:t> </a:t>
            </a:r>
            <a:r>
              <a:rPr lang="en-US" dirty="0" err="1"/>
              <a:t>hát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032877316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Lời Bài Hát - 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Picture 3"/>
          <p:cNvPicPr>
            <a:picLocks noChangeAspect="1"/>
          </p:cNvPicPr>
          <p:nvPr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5" name="Title 1"/>
          <p:cNvSpPr>
            <a:spLocks noGrp="1"/>
          </p:cNvSpPr>
          <p:nvPr>
            <p:ph type="title" hasCustomPrompt="1"/>
          </p:nvPr>
        </p:nvSpPr>
        <p:spPr>
          <a:xfrm>
            <a:off x="337751" y="325925"/>
            <a:ext cx="11516497" cy="6237837"/>
          </a:xfrm>
          <a:prstGeom prst="rect">
            <a:avLst/>
          </a:prstGeom>
        </p:spPr>
        <p:txBody>
          <a:bodyPr anchor="ctr">
            <a:noAutofit/>
          </a:bodyPr>
          <a:lstStyle>
            <a:lvl1pPr algn="ctr">
              <a:lnSpc>
                <a:spcPct val="120000"/>
              </a:lnSpc>
              <a:defRPr sz="7000" b="1" baseline="0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</a:lstStyle>
          <a:p>
            <a:r>
              <a:rPr lang="en-US" dirty="0" err="1"/>
              <a:t>Nhập</a:t>
            </a:r>
            <a:r>
              <a:rPr lang="en-US" dirty="0"/>
              <a:t> </a:t>
            </a:r>
            <a:r>
              <a:rPr lang="en-US" dirty="0" err="1"/>
              <a:t>nội</a:t>
            </a:r>
            <a:r>
              <a:rPr lang="en-US" dirty="0"/>
              <a:t> dung </a:t>
            </a:r>
            <a:r>
              <a:rPr lang="en-US" dirty="0" err="1"/>
              <a:t>vào</a:t>
            </a:r>
            <a:r>
              <a:rPr lang="en-US" dirty="0"/>
              <a:t> </a:t>
            </a:r>
            <a:r>
              <a:rPr lang="en-US" dirty="0" err="1"/>
              <a:t>đây</a:t>
            </a:r>
            <a:r>
              <a:rPr lang="en-US" dirty="0"/>
              <a:t/>
            </a:r>
            <a:br>
              <a:rPr lang="en-US" dirty="0"/>
            </a:br>
            <a:r>
              <a:rPr lang="en-US" dirty="0" err="1"/>
              <a:t>Nhập</a:t>
            </a:r>
            <a:r>
              <a:rPr lang="en-US" dirty="0"/>
              <a:t> </a:t>
            </a:r>
            <a:r>
              <a:rPr lang="en-US" dirty="0" err="1"/>
              <a:t>nội</a:t>
            </a:r>
            <a:r>
              <a:rPr lang="en-US" dirty="0"/>
              <a:t> dung </a:t>
            </a:r>
            <a:r>
              <a:rPr lang="en-US" dirty="0" err="1"/>
              <a:t>vào</a:t>
            </a:r>
            <a:r>
              <a:rPr lang="en-US" dirty="0"/>
              <a:t> </a:t>
            </a:r>
            <a:r>
              <a:rPr lang="en-US" dirty="0" err="1"/>
              <a:t>đây</a:t>
            </a:r>
            <a:r>
              <a:rPr lang="en-US" dirty="0"/>
              <a:t/>
            </a:r>
            <a:br>
              <a:rPr lang="en-US" dirty="0"/>
            </a:br>
            <a:r>
              <a:rPr lang="en-US" dirty="0" err="1"/>
              <a:t>Nhập</a:t>
            </a:r>
            <a:r>
              <a:rPr lang="en-US" dirty="0"/>
              <a:t> </a:t>
            </a:r>
            <a:r>
              <a:rPr lang="en-US" dirty="0" err="1"/>
              <a:t>nội</a:t>
            </a:r>
            <a:r>
              <a:rPr lang="en-US" dirty="0"/>
              <a:t> dung </a:t>
            </a:r>
            <a:r>
              <a:rPr lang="en-US" dirty="0" err="1"/>
              <a:t>vào</a:t>
            </a:r>
            <a:r>
              <a:rPr lang="en-US" dirty="0"/>
              <a:t> </a:t>
            </a:r>
            <a:r>
              <a:rPr lang="en-US" dirty="0" err="1"/>
              <a:t>đây</a:t>
            </a:r>
            <a:r>
              <a:rPr lang="en-US" dirty="0"/>
              <a:t/>
            </a:r>
            <a:br>
              <a:rPr lang="en-US" dirty="0"/>
            </a:br>
            <a:r>
              <a:rPr lang="en-US" dirty="0" err="1"/>
              <a:t>Nhập</a:t>
            </a:r>
            <a:r>
              <a:rPr lang="en-US" dirty="0"/>
              <a:t> </a:t>
            </a:r>
            <a:r>
              <a:rPr lang="en-US" dirty="0" err="1"/>
              <a:t>nội</a:t>
            </a:r>
            <a:r>
              <a:rPr lang="en-US" dirty="0"/>
              <a:t> dung </a:t>
            </a:r>
            <a:r>
              <a:rPr lang="en-US" dirty="0" err="1"/>
              <a:t>vào</a:t>
            </a:r>
            <a:r>
              <a:rPr lang="en-US" dirty="0"/>
              <a:t> </a:t>
            </a:r>
            <a:r>
              <a:rPr lang="en-US" dirty="0" err="1"/>
              <a:t>đây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929100479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ên Bài Hát - 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Picture 3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5" name="Title 1">
            <a:extLst>
              <a:ext uri="{FF2B5EF4-FFF2-40B4-BE49-F238E27FC236}">
                <a16:creationId xmlns:a16="http://schemas.microsoft.com/office/drawing/2014/main" id="{0A9F4E50-46AD-43BB-99B5-F85C751628C0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633742" y="922712"/>
            <a:ext cx="10791731" cy="4081549"/>
          </a:xfrm>
          <a:prstGeom prst="rect">
            <a:avLst/>
          </a:prstGeom>
        </p:spPr>
        <p:txBody>
          <a:bodyPr anchor="ctr">
            <a:noAutofit/>
          </a:bodyPr>
          <a:lstStyle>
            <a:lvl1pPr algn="ctr">
              <a:lnSpc>
                <a:spcPct val="120000"/>
              </a:lnSpc>
              <a:defRPr sz="7000" b="1" baseline="0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</a:lstStyle>
          <a:p>
            <a:r>
              <a:rPr lang="en-US" dirty="0" err="1"/>
              <a:t>Tiêu</a:t>
            </a:r>
            <a:r>
              <a:rPr lang="en-US" dirty="0"/>
              <a:t> </a:t>
            </a:r>
            <a:r>
              <a:rPr lang="en-US" dirty="0" err="1"/>
              <a:t>đề</a:t>
            </a:r>
            <a:r>
              <a:rPr lang="en-US" dirty="0"/>
              <a:t> </a:t>
            </a:r>
            <a:r>
              <a:rPr lang="en-US" dirty="0" err="1"/>
              <a:t>bài</a:t>
            </a:r>
            <a:r>
              <a:rPr lang="en-US" dirty="0"/>
              <a:t> </a:t>
            </a:r>
            <a:r>
              <a:rPr lang="en-US" dirty="0" err="1"/>
              <a:t>hát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208958771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Lời Bài Hát - 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Picture 3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6" name="Title 1"/>
          <p:cNvSpPr>
            <a:spLocks noGrp="1"/>
          </p:cNvSpPr>
          <p:nvPr>
            <p:ph type="title" hasCustomPrompt="1"/>
          </p:nvPr>
        </p:nvSpPr>
        <p:spPr>
          <a:xfrm>
            <a:off x="337751" y="325925"/>
            <a:ext cx="11516497" cy="6237837"/>
          </a:xfrm>
          <a:prstGeom prst="rect">
            <a:avLst/>
          </a:prstGeom>
        </p:spPr>
        <p:txBody>
          <a:bodyPr anchor="ctr">
            <a:noAutofit/>
          </a:bodyPr>
          <a:lstStyle>
            <a:lvl1pPr algn="ctr">
              <a:lnSpc>
                <a:spcPct val="120000"/>
              </a:lnSpc>
              <a:defRPr sz="7000" b="1" baseline="0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</a:lstStyle>
          <a:p>
            <a:r>
              <a:rPr lang="en-US" dirty="0" err="1"/>
              <a:t>Nhập</a:t>
            </a:r>
            <a:r>
              <a:rPr lang="en-US" dirty="0"/>
              <a:t> </a:t>
            </a:r>
            <a:r>
              <a:rPr lang="en-US" dirty="0" err="1"/>
              <a:t>nội</a:t>
            </a:r>
            <a:r>
              <a:rPr lang="en-US" dirty="0"/>
              <a:t> dung </a:t>
            </a:r>
            <a:r>
              <a:rPr lang="en-US" dirty="0" err="1"/>
              <a:t>vào</a:t>
            </a:r>
            <a:r>
              <a:rPr lang="en-US" dirty="0"/>
              <a:t> </a:t>
            </a:r>
            <a:r>
              <a:rPr lang="en-US" dirty="0" err="1"/>
              <a:t>đây</a:t>
            </a:r>
            <a:r>
              <a:rPr lang="en-US" dirty="0"/>
              <a:t/>
            </a:r>
            <a:br>
              <a:rPr lang="en-US" dirty="0"/>
            </a:br>
            <a:r>
              <a:rPr lang="en-US" dirty="0" err="1"/>
              <a:t>Nhập</a:t>
            </a:r>
            <a:r>
              <a:rPr lang="en-US" dirty="0"/>
              <a:t> </a:t>
            </a:r>
            <a:r>
              <a:rPr lang="en-US" dirty="0" err="1"/>
              <a:t>nội</a:t>
            </a:r>
            <a:r>
              <a:rPr lang="en-US" dirty="0"/>
              <a:t> dung </a:t>
            </a:r>
            <a:r>
              <a:rPr lang="en-US" dirty="0" err="1"/>
              <a:t>vào</a:t>
            </a:r>
            <a:r>
              <a:rPr lang="en-US" dirty="0"/>
              <a:t> </a:t>
            </a:r>
            <a:r>
              <a:rPr lang="en-US" dirty="0" err="1"/>
              <a:t>đây</a:t>
            </a:r>
            <a:r>
              <a:rPr lang="en-US" dirty="0"/>
              <a:t/>
            </a:r>
            <a:br>
              <a:rPr lang="en-US" dirty="0"/>
            </a:br>
            <a:r>
              <a:rPr lang="en-US" dirty="0" err="1"/>
              <a:t>Nhập</a:t>
            </a:r>
            <a:r>
              <a:rPr lang="en-US" dirty="0"/>
              <a:t> </a:t>
            </a:r>
            <a:r>
              <a:rPr lang="en-US" dirty="0" err="1"/>
              <a:t>nội</a:t>
            </a:r>
            <a:r>
              <a:rPr lang="en-US" dirty="0"/>
              <a:t> dung </a:t>
            </a:r>
            <a:r>
              <a:rPr lang="en-US" dirty="0" err="1"/>
              <a:t>vào</a:t>
            </a:r>
            <a:r>
              <a:rPr lang="en-US" dirty="0"/>
              <a:t> </a:t>
            </a:r>
            <a:r>
              <a:rPr lang="en-US" dirty="0" err="1"/>
              <a:t>đây</a:t>
            </a:r>
            <a:r>
              <a:rPr lang="en-US" dirty="0"/>
              <a:t/>
            </a:r>
            <a:br>
              <a:rPr lang="en-US" dirty="0"/>
            </a:br>
            <a:r>
              <a:rPr lang="en-US" dirty="0" err="1"/>
              <a:t>Nhập</a:t>
            </a:r>
            <a:r>
              <a:rPr lang="en-US" dirty="0"/>
              <a:t> </a:t>
            </a:r>
            <a:r>
              <a:rPr lang="en-US" dirty="0" err="1"/>
              <a:t>nội</a:t>
            </a:r>
            <a:r>
              <a:rPr lang="en-US" dirty="0"/>
              <a:t> dung </a:t>
            </a:r>
            <a:r>
              <a:rPr lang="en-US" dirty="0" err="1"/>
              <a:t>vào</a:t>
            </a:r>
            <a:r>
              <a:rPr lang="en-US" dirty="0"/>
              <a:t> </a:t>
            </a:r>
            <a:r>
              <a:rPr lang="en-US" dirty="0" err="1"/>
              <a:t>đây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71719776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ên Bài Hát - 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Picture 3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5" name="Title 1">
            <a:extLst>
              <a:ext uri="{FF2B5EF4-FFF2-40B4-BE49-F238E27FC236}">
                <a16:creationId xmlns:a16="http://schemas.microsoft.com/office/drawing/2014/main" id="{4B837F48-D0D6-45AC-A273-00953E86AED0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633742" y="922712"/>
            <a:ext cx="10791731" cy="4081549"/>
          </a:xfrm>
          <a:prstGeom prst="rect">
            <a:avLst/>
          </a:prstGeom>
        </p:spPr>
        <p:txBody>
          <a:bodyPr anchor="ctr">
            <a:noAutofit/>
          </a:bodyPr>
          <a:lstStyle>
            <a:lvl1pPr algn="ctr">
              <a:lnSpc>
                <a:spcPct val="120000"/>
              </a:lnSpc>
              <a:defRPr sz="7000" b="1" baseline="0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</a:lstStyle>
          <a:p>
            <a:r>
              <a:rPr lang="en-US" dirty="0" err="1"/>
              <a:t>Tiêu</a:t>
            </a:r>
            <a:r>
              <a:rPr lang="en-US" dirty="0"/>
              <a:t> </a:t>
            </a:r>
            <a:r>
              <a:rPr lang="en-US" dirty="0" err="1"/>
              <a:t>đề</a:t>
            </a:r>
            <a:r>
              <a:rPr lang="en-US" dirty="0"/>
              <a:t> </a:t>
            </a:r>
            <a:r>
              <a:rPr lang="en-US" dirty="0" err="1"/>
              <a:t>bài</a:t>
            </a:r>
            <a:r>
              <a:rPr lang="en-US" dirty="0"/>
              <a:t> </a:t>
            </a:r>
            <a:r>
              <a:rPr lang="en-US" dirty="0" err="1"/>
              <a:t>hát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707626974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Lời Bài Hát - 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Picture 3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6" name="Title 1"/>
          <p:cNvSpPr>
            <a:spLocks noGrp="1"/>
          </p:cNvSpPr>
          <p:nvPr>
            <p:ph type="title" hasCustomPrompt="1"/>
          </p:nvPr>
        </p:nvSpPr>
        <p:spPr>
          <a:xfrm>
            <a:off x="337751" y="325925"/>
            <a:ext cx="11516497" cy="6237837"/>
          </a:xfrm>
          <a:prstGeom prst="rect">
            <a:avLst/>
          </a:prstGeom>
        </p:spPr>
        <p:txBody>
          <a:bodyPr anchor="ctr">
            <a:noAutofit/>
          </a:bodyPr>
          <a:lstStyle>
            <a:lvl1pPr algn="ctr">
              <a:lnSpc>
                <a:spcPct val="120000"/>
              </a:lnSpc>
              <a:defRPr sz="7000" b="1" baseline="0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</a:lstStyle>
          <a:p>
            <a:r>
              <a:rPr lang="en-US" dirty="0" err="1"/>
              <a:t>Nhập</a:t>
            </a:r>
            <a:r>
              <a:rPr lang="en-US" dirty="0"/>
              <a:t> </a:t>
            </a:r>
            <a:r>
              <a:rPr lang="en-US" dirty="0" err="1"/>
              <a:t>nội</a:t>
            </a:r>
            <a:r>
              <a:rPr lang="en-US" dirty="0"/>
              <a:t> dung </a:t>
            </a:r>
            <a:r>
              <a:rPr lang="en-US" dirty="0" err="1"/>
              <a:t>vào</a:t>
            </a:r>
            <a:r>
              <a:rPr lang="en-US" dirty="0"/>
              <a:t> </a:t>
            </a:r>
            <a:r>
              <a:rPr lang="en-US" dirty="0" err="1"/>
              <a:t>đây</a:t>
            </a:r>
            <a:r>
              <a:rPr lang="en-US" dirty="0"/>
              <a:t/>
            </a:r>
            <a:br>
              <a:rPr lang="en-US" dirty="0"/>
            </a:br>
            <a:r>
              <a:rPr lang="en-US" dirty="0" err="1"/>
              <a:t>Nhập</a:t>
            </a:r>
            <a:r>
              <a:rPr lang="en-US" dirty="0"/>
              <a:t> </a:t>
            </a:r>
            <a:r>
              <a:rPr lang="en-US" dirty="0" err="1"/>
              <a:t>nội</a:t>
            </a:r>
            <a:r>
              <a:rPr lang="en-US" dirty="0"/>
              <a:t> dung </a:t>
            </a:r>
            <a:r>
              <a:rPr lang="en-US" dirty="0" err="1"/>
              <a:t>vào</a:t>
            </a:r>
            <a:r>
              <a:rPr lang="en-US" dirty="0"/>
              <a:t> </a:t>
            </a:r>
            <a:r>
              <a:rPr lang="en-US" dirty="0" err="1"/>
              <a:t>đây</a:t>
            </a:r>
            <a:r>
              <a:rPr lang="en-US" dirty="0"/>
              <a:t/>
            </a:r>
            <a:br>
              <a:rPr lang="en-US" dirty="0"/>
            </a:br>
            <a:r>
              <a:rPr lang="en-US" dirty="0" err="1"/>
              <a:t>Nhập</a:t>
            </a:r>
            <a:r>
              <a:rPr lang="en-US" dirty="0"/>
              <a:t> </a:t>
            </a:r>
            <a:r>
              <a:rPr lang="en-US" dirty="0" err="1"/>
              <a:t>nội</a:t>
            </a:r>
            <a:r>
              <a:rPr lang="en-US" dirty="0"/>
              <a:t> dung </a:t>
            </a:r>
            <a:r>
              <a:rPr lang="en-US" dirty="0" err="1"/>
              <a:t>vào</a:t>
            </a:r>
            <a:r>
              <a:rPr lang="en-US" dirty="0"/>
              <a:t> </a:t>
            </a:r>
            <a:r>
              <a:rPr lang="en-US" dirty="0" err="1"/>
              <a:t>đây</a:t>
            </a:r>
            <a:r>
              <a:rPr lang="en-US" dirty="0"/>
              <a:t/>
            </a:r>
            <a:br>
              <a:rPr lang="en-US" dirty="0"/>
            </a:br>
            <a:r>
              <a:rPr lang="en-US" dirty="0" err="1"/>
              <a:t>Nhập</a:t>
            </a:r>
            <a:r>
              <a:rPr lang="en-US" dirty="0"/>
              <a:t> </a:t>
            </a:r>
            <a:r>
              <a:rPr lang="en-US" dirty="0" err="1"/>
              <a:t>nội</a:t>
            </a:r>
            <a:r>
              <a:rPr lang="en-US" dirty="0"/>
              <a:t> dung </a:t>
            </a:r>
            <a:r>
              <a:rPr lang="en-US" dirty="0" err="1"/>
              <a:t>vào</a:t>
            </a:r>
            <a:r>
              <a:rPr lang="en-US" dirty="0"/>
              <a:t> </a:t>
            </a:r>
            <a:r>
              <a:rPr lang="en-US" dirty="0" err="1"/>
              <a:t>đây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4228216463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ên Bài Hát - 5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Picture 2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7" name="Title 1">
            <a:extLst>
              <a:ext uri="{FF2B5EF4-FFF2-40B4-BE49-F238E27FC236}">
                <a16:creationId xmlns:a16="http://schemas.microsoft.com/office/drawing/2014/main" id="{32F8712E-8F83-406E-BBED-051BEA99490F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633742" y="922712"/>
            <a:ext cx="10791731" cy="4081549"/>
          </a:xfrm>
          <a:prstGeom prst="rect">
            <a:avLst/>
          </a:prstGeom>
        </p:spPr>
        <p:txBody>
          <a:bodyPr anchor="ctr">
            <a:noAutofit/>
          </a:bodyPr>
          <a:lstStyle>
            <a:lvl1pPr algn="ctr">
              <a:lnSpc>
                <a:spcPct val="120000"/>
              </a:lnSpc>
              <a:defRPr sz="7000" b="1" baseline="0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</a:lstStyle>
          <a:p>
            <a:r>
              <a:rPr lang="en-US" dirty="0" err="1"/>
              <a:t>Tiêu</a:t>
            </a:r>
            <a:r>
              <a:rPr lang="en-US" dirty="0"/>
              <a:t> </a:t>
            </a:r>
            <a:r>
              <a:rPr lang="en-US" dirty="0" err="1"/>
              <a:t>đề</a:t>
            </a:r>
            <a:r>
              <a:rPr lang="en-US" dirty="0"/>
              <a:t> </a:t>
            </a:r>
            <a:r>
              <a:rPr lang="en-US" dirty="0" err="1"/>
              <a:t>bài</a:t>
            </a:r>
            <a:r>
              <a:rPr lang="en-US" dirty="0"/>
              <a:t> </a:t>
            </a:r>
            <a:r>
              <a:rPr lang="en-US" dirty="0" err="1"/>
              <a:t>hát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861120487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p14:dur="10"/>
    </mc:Choice>
    <mc:Fallback xmlns="">
      <p:transition/>
    </mc:Fallback>
  </mc:AlternateContent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Lời Bài Hát - 5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Picture 2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5" name="Title 1"/>
          <p:cNvSpPr>
            <a:spLocks noGrp="1"/>
          </p:cNvSpPr>
          <p:nvPr>
            <p:ph type="title" hasCustomPrompt="1"/>
          </p:nvPr>
        </p:nvSpPr>
        <p:spPr>
          <a:xfrm>
            <a:off x="337751" y="325925"/>
            <a:ext cx="11516497" cy="6237837"/>
          </a:xfrm>
          <a:prstGeom prst="rect">
            <a:avLst/>
          </a:prstGeom>
        </p:spPr>
        <p:txBody>
          <a:bodyPr anchor="ctr">
            <a:noAutofit/>
          </a:bodyPr>
          <a:lstStyle>
            <a:lvl1pPr algn="ctr">
              <a:lnSpc>
                <a:spcPct val="120000"/>
              </a:lnSpc>
              <a:defRPr sz="7000" b="1" baseline="0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</a:lstStyle>
          <a:p>
            <a:r>
              <a:rPr lang="en-US" dirty="0" err="1"/>
              <a:t>Nhập</a:t>
            </a:r>
            <a:r>
              <a:rPr lang="en-US" dirty="0"/>
              <a:t> </a:t>
            </a:r>
            <a:r>
              <a:rPr lang="en-US" dirty="0" err="1"/>
              <a:t>nội</a:t>
            </a:r>
            <a:r>
              <a:rPr lang="en-US" dirty="0"/>
              <a:t> dung </a:t>
            </a:r>
            <a:r>
              <a:rPr lang="en-US" dirty="0" err="1"/>
              <a:t>vào</a:t>
            </a:r>
            <a:r>
              <a:rPr lang="en-US" dirty="0"/>
              <a:t> </a:t>
            </a:r>
            <a:r>
              <a:rPr lang="en-US" dirty="0" err="1"/>
              <a:t>đây</a:t>
            </a:r>
            <a:r>
              <a:rPr lang="en-US" dirty="0"/>
              <a:t/>
            </a:r>
            <a:br>
              <a:rPr lang="en-US" dirty="0"/>
            </a:br>
            <a:r>
              <a:rPr lang="en-US" dirty="0" err="1"/>
              <a:t>Nhập</a:t>
            </a:r>
            <a:r>
              <a:rPr lang="en-US" dirty="0"/>
              <a:t> </a:t>
            </a:r>
            <a:r>
              <a:rPr lang="en-US" dirty="0" err="1"/>
              <a:t>nội</a:t>
            </a:r>
            <a:r>
              <a:rPr lang="en-US" dirty="0"/>
              <a:t> dung </a:t>
            </a:r>
            <a:r>
              <a:rPr lang="en-US" dirty="0" err="1"/>
              <a:t>vào</a:t>
            </a:r>
            <a:r>
              <a:rPr lang="en-US" dirty="0"/>
              <a:t> </a:t>
            </a:r>
            <a:r>
              <a:rPr lang="en-US" dirty="0" err="1"/>
              <a:t>đây</a:t>
            </a:r>
            <a:r>
              <a:rPr lang="en-US" dirty="0"/>
              <a:t/>
            </a:r>
            <a:br>
              <a:rPr lang="en-US" dirty="0"/>
            </a:br>
            <a:r>
              <a:rPr lang="en-US" dirty="0" err="1"/>
              <a:t>Nhập</a:t>
            </a:r>
            <a:r>
              <a:rPr lang="en-US" dirty="0"/>
              <a:t> </a:t>
            </a:r>
            <a:r>
              <a:rPr lang="en-US" dirty="0" err="1"/>
              <a:t>nội</a:t>
            </a:r>
            <a:r>
              <a:rPr lang="en-US" dirty="0"/>
              <a:t> dung </a:t>
            </a:r>
            <a:r>
              <a:rPr lang="en-US" dirty="0" err="1"/>
              <a:t>vào</a:t>
            </a:r>
            <a:r>
              <a:rPr lang="en-US" dirty="0"/>
              <a:t> </a:t>
            </a:r>
            <a:r>
              <a:rPr lang="en-US" dirty="0" err="1"/>
              <a:t>đây</a:t>
            </a:r>
            <a:r>
              <a:rPr lang="en-US" dirty="0"/>
              <a:t/>
            </a:r>
            <a:br>
              <a:rPr lang="en-US" dirty="0"/>
            </a:br>
            <a:r>
              <a:rPr lang="en-US" dirty="0" err="1"/>
              <a:t>Nhập</a:t>
            </a:r>
            <a:r>
              <a:rPr lang="en-US" dirty="0"/>
              <a:t> </a:t>
            </a:r>
            <a:r>
              <a:rPr lang="en-US" dirty="0" err="1"/>
              <a:t>nội</a:t>
            </a:r>
            <a:r>
              <a:rPr lang="en-US" dirty="0"/>
              <a:t> dung </a:t>
            </a:r>
            <a:r>
              <a:rPr lang="en-US" dirty="0" err="1"/>
              <a:t>vào</a:t>
            </a:r>
            <a:r>
              <a:rPr lang="en-US" dirty="0"/>
              <a:t> </a:t>
            </a:r>
            <a:r>
              <a:rPr lang="en-US" dirty="0" err="1"/>
              <a:t>đây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549751169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p14:dur="10"/>
    </mc:Choice>
    <mc:Fallback xmlns="">
      <p:transition/>
    </mc:Fallback>
  </mc:AlternateContent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image" Target="../media/image1.jpeg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theme" Target="../theme/theme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" name="Picture 6"/>
          <p:cNvPicPr>
            <a:picLocks noChangeAspect="1"/>
          </p:cNvPicPr>
          <p:nvPr/>
        </p:nvPicPr>
        <p:blipFill>
          <a:blip r:embed="rId1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264027633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741" r:id="rId1"/>
    <p:sldLayoutId id="2147483754" r:id="rId2"/>
    <p:sldLayoutId id="2147483756" r:id="rId3"/>
    <p:sldLayoutId id="2147483743" r:id="rId4"/>
    <p:sldLayoutId id="2147483745" r:id="rId5"/>
    <p:sldLayoutId id="2147483757" r:id="rId6"/>
    <p:sldLayoutId id="2147483752" r:id="rId7"/>
    <p:sldLayoutId id="2147483758" r:id="rId8"/>
    <p:sldLayoutId id="2147483753" r:id="rId9"/>
    <p:sldLayoutId id="2147483759" r:id="rId10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bg1"/>
          </a:solidFill>
          <a:latin typeface="Arial" panose="020B0604020202020204" pitchFamily="34" charset="0"/>
          <a:ea typeface="+mj-ea"/>
          <a:cs typeface="Arial" panose="020B0604020202020204" pitchFamily="34" charset="0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bg1"/>
          </a:solidFill>
          <a:latin typeface="Arial" panose="020B0604020202020204" pitchFamily="34" charset="0"/>
          <a:ea typeface="+mn-ea"/>
          <a:cs typeface="Arial" panose="020B0604020202020204" pitchFamily="34" charset="0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bg1"/>
          </a:solidFill>
          <a:latin typeface="Arial" panose="020B0604020202020204" pitchFamily="34" charset="0"/>
          <a:ea typeface="+mn-ea"/>
          <a:cs typeface="Arial" panose="020B0604020202020204" pitchFamily="34" charset="0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bg1"/>
          </a:solidFill>
          <a:latin typeface="Arial" panose="020B0604020202020204" pitchFamily="34" charset="0"/>
          <a:ea typeface="+mn-ea"/>
          <a:cs typeface="Arial" panose="020B0604020202020204" pitchFamily="34" charset="0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bg1"/>
          </a:solidFill>
          <a:latin typeface="Arial" panose="020B0604020202020204" pitchFamily="34" charset="0"/>
          <a:ea typeface="+mn-ea"/>
          <a:cs typeface="Arial" panose="020B0604020202020204" pitchFamily="34" charset="0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bg1"/>
          </a:solidFill>
          <a:latin typeface="Arial" panose="020B0604020202020204" pitchFamily="34" charset="0"/>
          <a:ea typeface="+mn-ea"/>
          <a:cs typeface="Arial" panose="020B0604020202020204" pitchFamily="34" charset="0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" name="Title 13">
            <a:extLst>
              <a:ext uri="{FF2B5EF4-FFF2-40B4-BE49-F238E27FC236}">
                <a16:creationId xmlns:a16="http://schemas.microsoft.com/office/drawing/2014/main" id="{9D7E4520-1441-4995-9C47-D3BAA68D3E4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vi-VN" dirty="0"/>
              <a:t>Thánh Ca 44</a:t>
            </a:r>
            <a:br>
              <a:rPr lang="vi-VN" dirty="0"/>
            </a:br>
            <a:r>
              <a:rPr lang="vi-VN" dirty="0"/>
              <a:t>ĐẤNG XƯA GIÚP CHÚNG TÔI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154646578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/>
              <a:t>1. </a:t>
            </a:r>
            <a:r>
              <a:rPr lang="vi-VN" smtClean="0"/>
              <a:t>Ôi</a:t>
            </a:r>
            <a:r>
              <a:rPr lang="vi-VN" dirty="0"/>
              <a:t>, lạy Chúa,</a:t>
            </a:r>
            <a:r>
              <a:rPr lang="en-US" dirty="0"/>
              <a:t/>
            </a:r>
            <a:br>
              <a:rPr lang="en-US" dirty="0"/>
            </a:br>
            <a:r>
              <a:rPr lang="vi-VN" dirty="0"/>
              <a:t>nguyên Đấng giúp tôi mãi, Là ước vọng lúc hậu lai, 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36398135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vi-VN" dirty="0"/>
              <a:t>Nơi bảo toàn giữa</a:t>
            </a:r>
            <a:r>
              <a:rPr lang="en-US" dirty="0"/>
              <a:t/>
            </a:r>
            <a:br>
              <a:rPr lang="en-US" dirty="0"/>
            </a:br>
            <a:r>
              <a:rPr lang="vi-VN" dirty="0"/>
              <a:t>giông tố dội vang,</a:t>
            </a:r>
            <a:r>
              <a:rPr lang="en-US" dirty="0"/>
              <a:t/>
            </a:r>
            <a:br>
              <a:rPr lang="en-US" dirty="0"/>
            </a:br>
            <a:r>
              <a:rPr lang="vi-VN" dirty="0"/>
              <a:t>Là nhà</a:t>
            </a:r>
            <a:r>
              <a:rPr lang="en-US" dirty="0"/>
              <a:t/>
            </a:r>
            <a:br>
              <a:rPr lang="en-US" dirty="0"/>
            </a:br>
            <a:r>
              <a:rPr lang="vi-VN" dirty="0"/>
              <a:t>muôn thuở bình an.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798924629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vi-VN" dirty="0"/>
              <a:t>2. Nương dựa bóng ngai Chúa thái an bấy,</a:t>
            </a:r>
            <a:r>
              <a:rPr lang="en-US" dirty="0"/>
              <a:t/>
            </a:r>
            <a:br>
              <a:rPr lang="en-US" dirty="0"/>
            </a:br>
            <a:r>
              <a:rPr lang="vi-VN" dirty="0"/>
              <a:t>Cho thánh dân</a:t>
            </a:r>
            <a:r>
              <a:rPr lang="en-US" dirty="0"/>
              <a:t/>
            </a:r>
            <a:br>
              <a:rPr lang="en-US" dirty="0"/>
            </a:br>
            <a:r>
              <a:rPr lang="vi-VN" dirty="0"/>
              <a:t>thỏa lòng thay! 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403186022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vi-VN" dirty="0"/>
              <a:t>Duy cánh tay Chúa</a:t>
            </a:r>
            <a:r>
              <a:rPr lang="en-US" dirty="0"/>
              <a:t/>
            </a:r>
            <a:br>
              <a:rPr lang="en-US" dirty="0"/>
            </a:br>
            <a:r>
              <a:rPr lang="vi-VN" dirty="0"/>
              <a:t>bao phủ ngày đêm,</a:t>
            </a:r>
            <a:r>
              <a:rPr lang="en-US" dirty="0"/>
              <a:t/>
            </a:r>
            <a:br>
              <a:rPr lang="en-US" dirty="0"/>
            </a:br>
            <a:r>
              <a:rPr lang="vi-VN" dirty="0"/>
              <a:t>Lòng càng</a:t>
            </a:r>
            <a:r>
              <a:rPr lang="en-US" dirty="0"/>
              <a:t/>
            </a:r>
            <a:br>
              <a:rPr lang="en-US" dirty="0"/>
            </a:br>
            <a:r>
              <a:rPr lang="vi-VN" dirty="0"/>
              <a:t>được</a:t>
            </a:r>
            <a:r>
              <a:rPr lang="en-US" dirty="0"/>
              <a:t> </a:t>
            </a:r>
            <a:r>
              <a:rPr lang="vi-VN" dirty="0"/>
              <a:t>vững vàng thêm.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027522232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vi-VN" dirty="0"/>
              <a:t>3. Ngay từ trước khi có biển, sông, đất, Rừng, núi, tinh tú, nguyệt, nhật, 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50082839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vi-VN" dirty="0"/>
              <a:t>Nguyên thủy Ngài</a:t>
            </a:r>
            <a:r>
              <a:rPr lang="en-US" dirty="0"/>
              <a:t/>
            </a:r>
            <a:br>
              <a:rPr lang="en-US" dirty="0"/>
            </a:br>
            <a:r>
              <a:rPr lang="vi-VN" dirty="0"/>
              <a:t>vốn Chân Chúa độc tôn, Đời đời cai quản</a:t>
            </a:r>
            <a:r>
              <a:rPr lang="en-US" dirty="0"/>
              <a:t/>
            </a:r>
            <a:br>
              <a:rPr lang="en-US" dirty="0"/>
            </a:br>
            <a:r>
              <a:rPr lang="vi-VN" dirty="0"/>
              <a:t>kiền khôn.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808548834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vi-VN" dirty="0"/>
              <a:t>4. Muôn đời trước mặt Chúa thoáng mau quá, Thật giống đêm</a:t>
            </a:r>
            <a:r>
              <a:rPr lang="en-US" dirty="0"/>
              <a:t/>
            </a:r>
            <a:br>
              <a:rPr lang="en-US" dirty="0"/>
            </a:br>
            <a:r>
              <a:rPr lang="vi-VN" dirty="0"/>
              <a:t>chóng vượt qua, 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801135252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vi-VN" dirty="0"/>
              <a:t>Như thể canh chót</a:t>
            </a:r>
            <a:r>
              <a:rPr lang="en-US" dirty="0"/>
              <a:t/>
            </a:r>
            <a:br>
              <a:rPr lang="en-US" dirty="0"/>
            </a:br>
            <a:r>
              <a:rPr lang="vi-VN" dirty="0"/>
              <a:t>đêm sắp tàn kia,</a:t>
            </a:r>
            <a:r>
              <a:rPr lang="en-US" dirty="0"/>
              <a:t/>
            </a:r>
            <a:br>
              <a:rPr lang="en-US" dirty="0"/>
            </a:br>
            <a:r>
              <a:rPr lang="vi-VN" dirty="0"/>
              <a:t>Rồi dương quang </a:t>
            </a:r>
            <a:br>
              <a:rPr lang="vi-VN" dirty="0"/>
            </a:br>
            <a:r>
              <a:rPr lang="vi-VN" dirty="0"/>
              <a:t>ló nghìn tia.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725549018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vi-VN" dirty="0"/>
              <a:t>5. Nhân loại vốn</a:t>
            </a:r>
            <a:r>
              <a:rPr lang="en-US" dirty="0"/>
              <a:t/>
            </a:r>
            <a:br>
              <a:rPr lang="en-US" dirty="0"/>
            </a:br>
            <a:r>
              <a:rPr lang="vi-VN" dirty="0"/>
              <a:t>thuộc huyết khí A-đam,</a:t>
            </a:r>
            <a:r>
              <a:rPr lang="en-US" dirty="0"/>
              <a:t/>
            </a:r>
            <a:br>
              <a:rPr lang="en-US" dirty="0"/>
            </a:br>
            <a:r>
              <a:rPr lang="vi-VN" dirty="0"/>
              <a:t>Sờn chí, phiền não</a:t>
            </a:r>
            <a:r>
              <a:rPr lang="en-US" dirty="0"/>
              <a:t/>
            </a:r>
            <a:br>
              <a:rPr lang="en-US" dirty="0"/>
            </a:br>
            <a:r>
              <a:rPr lang="vi-VN" dirty="0"/>
              <a:t> sầu tâm; 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229221199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vi-VN" dirty="0"/>
              <a:t>Họ trôi giạt cuốn theo sóng thời gian,</a:t>
            </a:r>
            <a:r>
              <a:rPr lang="en-US" dirty="0"/>
              <a:t/>
            </a:r>
            <a:br>
              <a:rPr lang="en-US" dirty="0"/>
            </a:br>
            <a:r>
              <a:rPr lang="vi-VN" dirty="0"/>
              <a:t>Tuyệt không tăm tiếng</a:t>
            </a:r>
            <a:r>
              <a:rPr lang="en-US" dirty="0"/>
              <a:t/>
            </a:r>
            <a:br>
              <a:rPr lang="en-US" dirty="0"/>
            </a:br>
            <a:r>
              <a:rPr lang="vi-VN" dirty="0"/>
              <a:t>dội vang.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633357416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vi-VN" dirty="0"/>
              <a:t>6. Danh, lợi, hiển vinh, phú quý, khương tráng, Đều cuốn</a:t>
            </a:r>
            <a:r>
              <a:rPr lang="en-US" dirty="0"/>
              <a:t/>
            </a:r>
            <a:br>
              <a:rPr lang="en-US" dirty="0"/>
            </a:br>
            <a:r>
              <a:rPr lang="vi-VN" dirty="0"/>
              <a:t>theo sóng thời gian; 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719781550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vi-VN" dirty="0"/>
              <a:t>Chỉ thoáng qua ví như giấc hoàng lương,</a:t>
            </a:r>
            <a:r>
              <a:rPr lang="en-US" dirty="0"/>
              <a:t/>
            </a:r>
            <a:br>
              <a:rPr lang="en-US" dirty="0"/>
            </a:br>
            <a:r>
              <a:rPr lang="vi-VN" dirty="0"/>
              <a:t>Rạng ngày tiêu tán</a:t>
            </a:r>
            <a:r>
              <a:rPr lang="en-US" dirty="0"/>
              <a:t/>
            </a:r>
            <a:br>
              <a:rPr lang="en-US" dirty="0"/>
            </a:br>
            <a:r>
              <a:rPr lang="vi-VN" dirty="0"/>
              <a:t>hà phương.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823434960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vi-VN" dirty="0"/>
              <a:t>7. Ôi, lạy Chúa,</a:t>
            </a:r>
            <a:r>
              <a:rPr lang="en-US" dirty="0"/>
              <a:t/>
            </a:r>
            <a:br>
              <a:rPr lang="en-US" dirty="0"/>
            </a:br>
            <a:r>
              <a:rPr lang="vi-VN" dirty="0"/>
              <a:t>nguyên Đấng giúp tôi mãi, Là ước vọng lúc hậu lai, 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207348917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vi-VN" dirty="0"/>
              <a:t>Xin Chúa gìn giữ tôi</a:t>
            </a:r>
            <a:r>
              <a:rPr lang="en-US" dirty="0"/>
              <a:t/>
            </a:r>
            <a:br>
              <a:rPr lang="en-US" dirty="0"/>
            </a:br>
            <a:r>
              <a:rPr lang="vi-VN" dirty="0"/>
              <a:t>suốt đường thiêng,</a:t>
            </a:r>
            <a:r>
              <a:rPr lang="en-US" dirty="0"/>
              <a:t/>
            </a:r>
            <a:br>
              <a:rPr lang="en-US" dirty="0"/>
            </a:br>
            <a:r>
              <a:rPr lang="vi-VN" dirty="0"/>
              <a:t>Là nhà muôn</a:t>
            </a:r>
            <a:r>
              <a:rPr lang="en-US" dirty="0"/>
              <a:t/>
            </a:r>
            <a:br>
              <a:rPr lang="en-US" dirty="0"/>
            </a:br>
            <a:r>
              <a:rPr lang="vi-VN" dirty="0"/>
              <a:t>thuở bình yên. 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068975808"/>
      </p:ext>
    </p:extLst>
  </p:cSld>
  <p:clrMapOvr>
    <a:masterClrMapping/>
  </p:clrMapOvr>
</p:sld>
</file>

<file path=ppt/theme/theme1.xml><?xml version="1.0" encoding="utf-8"?>
<a:theme xmlns:a="http://schemas.openxmlformats.org/drawingml/2006/main" name="faithstocks-template-powerpoint-001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Presentation1" id="{F5C834B2-4A3E-49F7-9EB5-908E626B4A0E}" vid="{6886AF0C-C0C5-4004-8430-67B367CF969C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>faithstocks-template-powerpoint-001</Template>
  <TotalTime>3</TotalTime>
  <Words>126</Words>
  <Application>Microsoft Office PowerPoint</Application>
  <PresentationFormat>Widescreen</PresentationFormat>
  <Paragraphs>15</Paragraphs>
  <Slides>15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1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15</vt:i4>
      </vt:variant>
    </vt:vector>
  </HeadingPairs>
  <TitlesOfParts>
    <vt:vector size="17" baseType="lpstr">
      <vt:lpstr>Arial</vt:lpstr>
      <vt:lpstr>faithstocks-template-powerpoint-001</vt:lpstr>
      <vt:lpstr>Thánh Ca 44 ĐẤNG XƯA GIÚP CHÚNG TÔI</vt:lpstr>
      <vt:lpstr>1. Ôi, lạy Chúa, nguyên Đấng giúp tôi mãi, Là ước vọng lúc hậu lai, </vt:lpstr>
      <vt:lpstr>Nơi bảo toàn giữa giông tố dội vang, Là nhà muôn thuở bình an.</vt:lpstr>
      <vt:lpstr>2. Nương dựa bóng ngai Chúa thái an bấy, Cho thánh dân thỏa lòng thay! </vt:lpstr>
      <vt:lpstr>Duy cánh tay Chúa bao phủ ngày đêm, Lòng càng được vững vàng thêm.</vt:lpstr>
      <vt:lpstr>3. Ngay từ trước khi có biển, sông, đất, Rừng, núi, tinh tú, nguyệt, nhật, </vt:lpstr>
      <vt:lpstr>Nguyên thủy Ngài vốn Chân Chúa độc tôn, Đời đời cai quản kiền khôn.</vt:lpstr>
      <vt:lpstr>4. Muôn đời trước mặt Chúa thoáng mau quá, Thật giống đêm chóng vượt qua, </vt:lpstr>
      <vt:lpstr>Như thể canh chót đêm sắp tàn kia, Rồi dương quang  ló nghìn tia.</vt:lpstr>
      <vt:lpstr>5. Nhân loại vốn thuộc huyết khí A-đam, Sờn chí, phiền não  sầu tâm; </vt:lpstr>
      <vt:lpstr>Họ trôi giạt cuốn theo sóng thời gian, Tuyệt không tăm tiếng dội vang.</vt:lpstr>
      <vt:lpstr>6. Danh, lợi, hiển vinh, phú quý, khương tráng, Đều cuốn theo sóng thời gian; </vt:lpstr>
      <vt:lpstr>Chỉ thoáng qua ví như giấc hoàng lương, Rạng ngày tiêu tán hà phương.</vt:lpstr>
      <vt:lpstr>7. Ôi, lạy Chúa, nguyên Đấng giúp tôi mãi, Là ước vọng lúc hậu lai, </vt:lpstr>
      <vt:lpstr>Xin Chúa gìn giữ tôi suốt đường thiêng, Là nhà muôn thuở bình yên. 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Thánh Ca 44 Đấng Xưa Giúp Chúng Tôi</dc:title>
  <dc:creator>Phan Minh Vinh An; KIETTTSE62520</dc:creator>
  <cp:lastModifiedBy>An Phan</cp:lastModifiedBy>
  <cp:revision>4</cp:revision>
  <dcterms:created xsi:type="dcterms:W3CDTF">2018-01-24T05:57:29Z</dcterms:created>
  <dcterms:modified xsi:type="dcterms:W3CDTF">2018-11-08T04:07:42Z</dcterms:modified>
</cp:coreProperties>
</file>