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0" d="100"/>
          <a:sy n="70" d="100"/>
        </p:scale>
        <p:origin x="-606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=""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smtClean="0"/>
              <a:t>23</a:t>
            </a:r>
            <a:br>
              <a:rPr lang="en-US" dirty="0" smtClean="0"/>
            </a:br>
            <a:r>
              <a:rPr lang="en-US" dirty="0" smtClean="0"/>
              <a:t>TÔN VINH CHÂN THẦN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Tôn vinh Chân Thần, Nguồn ơn vô </a:t>
            </a:r>
            <a:r>
              <a:rPr lang="vi-VN" dirty="0" smtClean="0"/>
              <a:t>đối,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Dưới </a:t>
            </a:r>
            <a:r>
              <a:rPr lang="vi-VN" dirty="0"/>
              <a:t>đất chúng </a:t>
            </a:r>
            <a:r>
              <a:rPr lang="vi-VN" dirty="0" smtClean="0"/>
              <a:t>con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cùng </a:t>
            </a:r>
            <a:r>
              <a:rPr lang="vi-VN" dirty="0"/>
              <a:t>hát khắp nơi,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44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Trời cao cũng chung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ca ngợi Ba Ngôi,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Chúa Cha và Con</a:t>
            </a:r>
            <a:r>
              <a:rPr lang="en-US" dirty="0"/>
              <a:t> </a:t>
            </a:r>
            <a:r>
              <a:rPr lang="vi-VN" dirty="0" smtClean="0"/>
              <a:t>với Linh muôn đời!</a:t>
            </a:r>
            <a:r>
              <a:rPr lang="en-US" dirty="0" smtClean="0"/>
              <a:t> </a:t>
            </a:r>
            <a:r>
              <a:rPr lang="vi-VN" dirty="0"/>
              <a:t>A-men.</a:t>
            </a:r>
            <a:r>
              <a:rPr lang="vi-VN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4777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</TotalTime>
  <Words>17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faithstocks-template-powerpoint-001</vt:lpstr>
      <vt:lpstr>Thánh Ca 23 TÔN VINH CHÂN THẦN</vt:lpstr>
      <vt:lpstr>Tôn vinh Chân Thần, Nguồn ơn vô đối, Dưới đất chúng con cùng hát khắp nơi, </vt:lpstr>
      <vt:lpstr>Trời cao cũng chung ca ngợi Ba Ngôi, Chúa Cha và Con với Linh muôn đời! A-men.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23 Tôn Vinh Chân Thần</dc:title>
  <dc:creator>Phan Minh Vinh An; KIETTTSE62520</dc:creator>
  <cp:lastModifiedBy>KIETTTSE62520</cp:lastModifiedBy>
  <cp:revision>2</cp:revision>
  <dcterms:created xsi:type="dcterms:W3CDTF">2018-01-22T16:47:05Z</dcterms:created>
  <dcterms:modified xsi:type="dcterms:W3CDTF">2018-01-29T14:57:05Z</dcterms:modified>
</cp:coreProperties>
</file>