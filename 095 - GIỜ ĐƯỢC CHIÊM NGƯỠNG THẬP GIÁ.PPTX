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95</a:t>
            </a:r>
          </a:p>
          <a:p>
            <a:r>
              <a:rPr lang="vi-VN" dirty="0" smtClean="0"/>
              <a:t>GIỜ ĐƯỢC CHIÊM NGƯỠNG THẬP GIÁ</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Giờ được chiêm ngưỡng thập giá quý hóa, nơi Đông Cung Thánh xưa chịu hình đây.</a:t>
            </a:r>
            <a:endParaRPr lang="en-US" dirty="0"/>
          </a:p>
        </p:txBody>
      </p:sp>
    </p:spTree>
    <p:extLst>
      <p:ext uri="{BB962C8B-B14F-4D97-AF65-F5344CB8AC3E}">
        <p14:creationId xmlns:p14="http://schemas.microsoft.com/office/powerpoint/2010/main" val="98989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Lòng thật coi phú quý thảy lỗ cả, quyết bỏ hết kiêu ngạo tâm tánh nầy.</a:t>
            </a:r>
            <a:endParaRPr lang="en-US" dirty="0"/>
          </a:p>
        </p:txBody>
      </p:sp>
    </p:spTree>
    <p:extLst>
      <p:ext uri="{BB962C8B-B14F-4D97-AF65-F5344CB8AC3E}">
        <p14:creationId xmlns:p14="http://schemas.microsoft.com/office/powerpoint/2010/main" val="2264193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Nguyền Jêsus giúp tôi chẳng khoe khoang, duy khoe ơn Chúa bỏ </a:t>
            </a:r>
            <a:r>
              <a:rPr lang="en-US" dirty="0" smtClean="0"/>
              <a:t/>
            </a:r>
            <a:br>
              <a:rPr lang="en-US" dirty="0" smtClean="0"/>
            </a:br>
            <a:r>
              <a:rPr lang="vi-VN" dirty="0" smtClean="0"/>
              <a:t>mình vì </a:t>
            </a:r>
            <a:r>
              <a:rPr lang="vi-VN" dirty="0" smtClean="0"/>
              <a:t>tôi.</a:t>
            </a:r>
            <a:endParaRPr lang="en-US" dirty="0"/>
          </a:p>
        </p:txBody>
      </p:sp>
    </p:spTree>
    <p:extLst>
      <p:ext uri="{BB962C8B-B14F-4D97-AF65-F5344CB8AC3E}">
        <p14:creationId xmlns:p14="http://schemas.microsoft.com/office/powerpoint/2010/main" val="4108349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Mọi vật hư ảo xưa mãi mê man, nay đem dâng nơi thập tự giá rồi.</a:t>
            </a:r>
            <a:endParaRPr lang="en-US" dirty="0"/>
          </a:p>
        </p:txBody>
      </p:sp>
    </p:spTree>
    <p:extLst>
      <p:ext uri="{BB962C8B-B14F-4D97-AF65-F5344CB8AC3E}">
        <p14:creationId xmlns:p14="http://schemas.microsoft.com/office/powerpoint/2010/main" val="3054338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Nhìn đầu, tay, chân Chúa cảm cảnh bấy! Yêu thương, bi đát chung </a:t>
            </a:r>
            <a:r>
              <a:rPr lang="en-US" dirty="0" smtClean="0"/>
              <a:t/>
            </a:r>
            <a:br>
              <a:rPr lang="en-US" dirty="0" smtClean="0"/>
            </a:br>
            <a:r>
              <a:rPr lang="vi-VN" dirty="0" smtClean="0"/>
              <a:t>hòa </a:t>
            </a:r>
            <a:r>
              <a:rPr lang="vi-VN" dirty="0" smtClean="0"/>
              <a:t>giọt rơi.</a:t>
            </a:r>
            <a:endParaRPr lang="en-US" dirty="0"/>
          </a:p>
        </p:txBody>
      </p:sp>
    </p:spTree>
    <p:extLst>
      <p:ext uri="{BB962C8B-B14F-4D97-AF65-F5344CB8AC3E}">
        <p14:creationId xmlns:p14="http://schemas.microsoft.com/office/powerpoint/2010/main" val="180917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Từ nghìn xưa chẳng chi sánh cảnh ấy, há thấy mão miện bằng gai khác đời?</a:t>
            </a:r>
            <a:endParaRPr lang="en-US" dirty="0"/>
          </a:p>
        </p:txBody>
      </p:sp>
    </p:spTree>
    <p:extLst>
      <p:ext uri="{BB962C8B-B14F-4D97-AF65-F5344CB8AC3E}">
        <p14:creationId xmlns:p14="http://schemas.microsoft.com/office/powerpoint/2010/main" val="70642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Mình Ngài lưu huyết dường khoác xích y, tay, chân đinh đóng </a:t>
            </a:r>
            <a:r>
              <a:rPr lang="vi-VN" dirty="0" smtClean="0"/>
              <a:t>khổ</a:t>
            </a:r>
            <a:r>
              <a:rPr lang="en-US" dirty="0" smtClean="0"/>
              <a:t/>
            </a:r>
            <a:br>
              <a:rPr lang="en-US" dirty="0" smtClean="0"/>
            </a:br>
            <a:r>
              <a:rPr lang="vi-VN" dirty="0" smtClean="0"/>
              <a:t>hình </a:t>
            </a:r>
            <a:r>
              <a:rPr lang="vi-VN" dirty="0" smtClean="0"/>
              <a:t>vì tôi;</a:t>
            </a:r>
            <a:endParaRPr lang="en-US" dirty="0"/>
          </a:p>
        </p:txBody>
      </p:sp>
    </p:spTree>
    <p:extLst>
      <p:ext uri="{BB962C8B-B14F-4D97-AF65-F5344CB8AC3E}">
        <p14:creationId xmlns:p14="http://schemas.microsoft.com/office/powerpoint/2010/main" val="2806849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Đời nầy tôi kể mình đã chết đi, cõi thế đối tôi thật như chết rồi.</a:t>
            </a:r>
            <a:endParaRPr lang="en-US" dirty="0"/>
          </a:p>
        </p:txBody>
      </p:sp>
    </p:spTree>
    <p:extLst>
      <p:ext uri="{BB962C8B-B14F-4D97-AF65-F5344CB8AC3E}">
        <p14:creationId xmlns:p14="http://schemas.microsoft.com/office/powerpoint/2010/main" val="430501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Dầu rằng tôi có toàn cả thế giới, đem dâng cho Chúa vẫn hèn mọn thay!</a:t>
            </a:r>
            <a:endParaRPr lang="en-US" dirty="0"/>
          </a:p>
        </p:txBody>
      </p:sp>
    </p:spTree>
    <p:extLst>
      <p:ext uri="{BB962C8B-B14F-4D97-AF65-F5344CB8AC3E}">
        <p14:creationId xmlns:p14="http://schemas.microsoft.com/office/powerpoint/2010/main" val="284706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Kỳ diệu thay ái tình Chúa thắm tươi, xui tôi vui dâng hồn, thân, cả rày.</a:t>
            </a:r>
            <a:endParaRPr lang="en-US" dirty="0"/>
          </a:p>
        </p:txBody>
      </p:sp>
    </p:spTree>
    <p:extLst>
      <p:ext uri="{BB962C8B-B14F-4D97-AF65-F5344CB8AC3E}">
        <p14:creationId xmlns:p14="http://schemas.microsoft.com/office/powerpoint/2010/main" val="168336442"/>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3</TotalTime>
  <Words>192</Words>
  <Application>Microsoft Office PowerPoint</Application>
  <PresentationFormat>Custom</PresentationFormat>
  <Paragraphs>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faithstocks-template-powerpoint-001</vt:lpstr>
      <vt:lpstr>Thánh Ca 95 GIỜ ĐƯỢC CHIÊM NGƯỠNG THẬP GIÁ</vt:lpstr>
      <vt:lpstr>1. Giờ được chiêm ngưỡng thập giá quý hóa, nơi Đông Cung Thánh xưa chịu hình đây.</vt:lpstr>
      <vt:lpstr>Lòng thật coi phú quý thảy lỗ cả, quyết bỏ hết kiêu ngạo tâm tánh nầy.</vt:lpstr>
      <vt:lpstr>2. Nguyền Jêsus giúp tôi chẳng khoe khoang, duy khoe ơn Chúa bỏ  mình vì tôi.</vt:lpstr>
      <vt:lpstr>Mọi vật hư ảo xưa mãi mê man, nay đem dâng nơi thập tự giá rồi.</vt:lpstr>
      <vt:lpstr>3. Nhìn đầu, tay, chân Chúa cảm cảnh bấy! Yêu thương, bi đát chung  hòa giọt rơi.</vt:lpstr>
      <vt:lpstr>Từ nghìn xưa chẳng chi sánh cảnh ấy, há thấy mão miện bằng gai khác đời?</vt:lpstr>
      <vt:lpstr>4. Mình Ngài lưu huyết dường khoác xích y, tay, chân đinh đóng khổ hình vì tôi;</vt:lpstr>
      <vt:lpstr>Đời nầy tôi kể mình đã chết đi, cõi thế đối tôi thật như chết rồi.</vt:lpstr>
      <vt:lpstr>5. Dầu rằng tôi có toàn cả thế giới, đem dâng cho Chúa vẫn hèn mọn thay!</vt:lpstr>
      <vt:lpstr>Kỳ diệu thay ái tình Chúa thắm tươi, xui tôi vui dâng hồn, thân, cả rày.</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095 - Giờ Được Chiêm Ngưỡng Thập Giá   Thánh Ca 95 Giờ Được Chiêm Ngưỡng Thập Giá  1. Giờ được chiêm ngưỡng thập giá quý hóa, nơi  Đông Cung Thánh xưa chịu hình đây.   Lòng thật coi  phú quý thảy lỗ cả, quyết bỏ hết kiêu ngạo tâm tánh nầy.   2. Nguyền Jêsus giúp tôi chẳng khoe khoang, duy khoe ơn Chúa bỏ mình vì tôi.   Mọi vật hư ảo xưa mãi mê man, nay đem dâng nơi thập tự giá rồi.  3. Nhìn đầu, tay, chân Chúa cảm cảnh bấy! Yêu thương, bi đát chung hòa giọt rơi.   Từ nghìn xưa chẳng chi sánh cảnh ấy, há thấy mão miện bằng gai khác đời?  Thánh Ca 95 Giờ Được Chiêm Ngưỡng Thập Giá  4. Mình Ngài lưu huyết dường khoác xích y, tay, chân đinh đóng khổ hình vì tôi;   Đời nầy tôi kể mình đã chết đi, cõi thế đối tôi thật như chết rồi.   5. Dầu rằng tôi có toàn cả thế giới, đem dâng cho Chúa vẫn hèn mọn thay!   Kỳ diệu thay ái tình Chúa thắm tươi, xui tôi vui dâng hồn, thân, cả rày.</dc:title>
  <dc:creator>Phan Minh Vinh An; An Phan</dc:creator>
  <cp:lastModifiedBy>An Phan</cp:lastModifiedBy>
  <cp:revision>3</cp:revision>
  <dcterms:created xsi:type="dcterms:W3CDTF">2018-01-22T14:10:55Z</dcterms:created>
  <dcterms:modified xsi:type="dcterms:W3CDTF">2018-01-23T13:21:55Z</dcterms:modified>
</cp:coreProperties>
</file>