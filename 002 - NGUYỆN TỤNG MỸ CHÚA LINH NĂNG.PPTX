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31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02</a:t>
            </a:r>
            <a:br>
              <a:rPr lang="vi-VN" dirty="0"/>
            </a:br>
            <a:r>
              <a:rPr lang="vi-VN" dirty="0"/>
              <a:t>NGUYỆN TỤNG MỸ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LINH NĂNG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Thờ </a:t>
            </a:r>
            <a:r>
              <a:rPr lang="vi-VN" dirty="0"/>
              <a:t>lạy Chúa Đấng Linh Năng, Vua Vinh Diệu tạo vạn vật chúng dân!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8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Nầy hồn hỡi, </a:t>
            </a:r>
            <a:br>
              <a:rPr lang="vi-VN" dirty="0"/>
            </a:br>
            <a:r>
              <a:rPr lang="vi-VN" dirty="0"/>
              <a:t>khá ca khen Ngài,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là nguồn lực lượng,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sông cứu ân!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0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Tôn vinh danh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đồng tâm mãi trổi khúc kim cầm, cùng ngợi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Ba Ngôi nhân ái chí thâm.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81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Thờ lạy Chúa Đấng đang cai trị vạn vật, thật khôn ngoan quảng thông;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0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dùng cánh chim ưng nâng ngươi, ban điều cao hơn ngươi ước mong;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07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nhiêu nhu yếu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Ngài hằng ban cho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không diên trì,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lòng Ngài thật ngươi không thể am tri.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55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Thờ lạy Chúa Đấng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luôn đem muôn sự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hiệp lại làm lợi ích ngươi.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78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từ dẫn dắt ngươi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ban sinh lực dồi dào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đời ngươi thắm tươi!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6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Trong cơn nguy biến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giơ tay che ngươi mọi chiều, dường gà mẹ che con khỏi chim diều.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0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Thờ lạy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Đấng ban ngươi vô luận địa vị nào may mắn luôn.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0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Hằng ngày cứ điểm trang ngươi do ơn lành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từ trời cao đổ tuôn.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87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Khi ngươi suy nghĩ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quyền năng Thánh Chúa cao  lạ lùng, thì lòng ngươi nên vui vẻ vô cùng.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1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Thờ lạy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hỡi cả linh hồn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cùng mọi điều chi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 chính ta.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Nầy toàn thể chúng sinh mau tung hô thờ phượng Danh Giê-hô-va!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4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Muôn muôn dân thánh đồng thanh hô “A-men” rập ràng, thờ lạy Vua muôn vua cách hân hoan.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7954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143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faithstocks-template-powerpoint-001</vt:lpstr>
      <vt:lpstr>Thánh Ca 02 NGUYỆN TỤNG MỸ CHÚA LINH NĂNG</vt:lpstr>
      <vt:lpstr>1. Thờ lạy Chúa Đấng Linh Năng, Vua Vinh Diệu tạo vạn vật chúng dân! </vt:lpstr>
      <vt:lpstr>Nầy hồn hỡi,  khá ca khen Ngài,  là nguồn lực lượng, sông cứu ân! </vt:lpstr>
      <vt:lpstr>Tôn vinh danh Chúa,  đồng tâm mãi trổi khúc kim cầm, cùng ngợi  Ba Ngôi nhân ái chí thâm.</vt:lpstr>
      <vt:lpstr>2. Thờ lạy Chúa Đấng đang cai trị vạn vật, thật khôn ngoan quảng thông; </vt:lpstr>
      <vt:lpstr>Ngài dùng cánh chim ưng nâng ngươi, ban điều cao hơn ngươi ước mong; </vt:lpstr>
      <vt:lpstr>Bao nhiêu nhu yếu  Ngài hằng ban cho  không diên trì,  lòng Ngài thật ngươi không thể am tri.</vt:lpstr>
      <vt:lpstr>3. Thờ lạy Chúa Đấng  luôn đem muôn sự  hiệp lại làm lợi ích ngươi. </vt:lpstr>
      <vt:lpstr>Từ từ dẫn dắt ngươi  ban sinh lực dồi dào đời ngươi thắm tươi! </vt:lpstr>
      <vt:lpstr>Trong cơn nguy biến Ngài giơ tay che ngươi mọi chiều, dường gà mẹ che con khỏi chim diều.</vt:lpstr>
      <vt:lpstr>4. Thờ lạy Chúa,  Đấng ban ngươi vô luận địa vị nào may mắn luôn. </vt:lpstr>
      <vt:lpstr>Hằng ngày cứ điểm trang ngươi do ơn lành từ trời cao đổ tuôn. </vt:lpstr>
      <vt:lpstr>Khi ngươi suy nghĩ  quyền năng Thánh Chúa cao  lạ lùng, thì lòng ngươi nên vui vẻ vô cùng.</vt:lpstr>
      <vt:lpstr>5. Thờ lạy Chúa,  hỡi cả linh hồn  cùng mọi điều chi trong chính ta. </vt:lpstr>
      <vt:lpstr>Nầy toàn thể chúng sinh mau tung hô thờ phượng Danh Giê-hô-va! </vt:lpstr>
      <vt:lpstr>Muôn muôn dân thánh đồng thanh hô “A-men” rập ràng, thờ lạy Vua muôn vua cách hân hoan.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02 Nguyện Tụng Mỹ Chúa Linh Năng</dc:title>
  <dc:creator>Phan Minh Vinh An; KIETTTSE62520</dc:creator>
  <cp:lastModifiedBy>An Phan</cp:lastModifiedBy>
  <cp:revision>5</cp:revision>
  <dcterms:created xsi:type="dcterms:W3CDTF">2018-01-21T02:48:32Z</dcterms:created>
  <dcterms:modified xsi:type="dcterms:W3CDTF">2018-11-08T04:13:52Z</dcterms:modified>
</cp:coreProperties>
</file>