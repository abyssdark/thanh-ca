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8" r:id="rId1"/>
    <p:sldMasterId id="2147483760" r:id="rId2"/>
  </p:sld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SorterView">
  <p:normalViewPr>
    <p:restoredLeft sz="34559" autoAdjust="0"/>
    <p:restoredTop sz="86477" autoAdjust="0"/>
  </p:normalViewPr>
  <p:slideViewPr>
    <p:cSldViewPr snapToGrid="0">
      <p:cViewPr varScale="1">
        <p:scale>
          <a:sx n="99" d="100"/>
          <a:sy n="99" d="100"/>
        </p:scale>
        <p:origin x="234" y="78"/>
      </p:cViewPr>
      <p:guideLst>
        <p:guide orient="horz" pos="2160"/>
        <p:guide pos="3840"/>
      </p:guideLst>
    </p:cSldViewPr>
  </p:slideViewPr>
  <p:outlineViewPr>
    <p:cViewPr>
      <p:scale>
        <a:sx n="33" d="100"/>
        <a:sy n="33" d="100"/>
      </p:scale>
      <p:origin x="0" y="18"/>
    </p:cViewPr>
  </p:outlin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theme" Target="theme/theme1.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slide" Target="slides/slide13.xml"/><Relationship Id="rId10" Type="http://schemas.openxmlformats.org/officeDocument/2006/relationships/slide" Target="slides/slide8.xml"/><Relationship Id="rId19"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ên Bài Hát - 1">
    <p:spTree>
      <p:nvGrpSpPr>
        <p:cNvPr id="1" name=""/>
        <p:cNvGrpSpPr/>
        <p:nvPr/>
      </p:nvGrpSpPr>
      <p:grpSpPr>
        <a:xfrm>
          <a:off x="0" y="0"/>
          <a:ext cx="0" cy="0"/>
          <a:chOff x="0" y="0"/>
          <a:chExt cx="0" cy="0"/>
        </a:xfrm>
      </p:grpSpPr>
      <p:sp>
        <p:nvSpPr>
          <p:cNvPr id="5" name="Title 1"/>
          <p:cNvSpPr>
            <a:spLocks noGrp="1"/>
          </p:cNvSpPr>
          <p:nvPr>
            <p:ph type="title" hasCustomPrompt="1"/>
          </p:nvPr>
        </p:nvSpPr>
        <p:spPr>
          <a:xfrm>
            <a:off x="633742" y="922712"/>
            <a:ext cx="10791731" cy="4081549"/>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Tiêu</a:t>
            </a:r>
            <a:r>
              <a:rPr lang="en-US" dirty="0"/>
              <a:t> </a:t>
            </a:r>
            <a:r>
              <a:rPr lang="en-US" dirty="0" err="1"/>
              <a:t>đề</a:t>
            </a:r>
            <a:r>
              <a:rPr lang="en-US" dirty="0"/>
              <a:t> </a:t>
            </a:r>
            <a:r>
              <a:rPr lang="en-US" dirty="0" err="1"/>
              <a:t>bài</a:t>
            </a:r>
            <a:r>
              <a:rPr lang="en-US" dirty="0"/>
              <a:t> </a:t>
            </a:r>
            <a:r>
              <a:rPr lang="en-US" dirty="0" err="1"/>
              <a:t>hát</a:t>
            </a:r>
            <a:endParaRPr lang="en-US" dirty="0"/>
          </a:p>
        </p:txBody>
      </p:sp>
    </p:spTree>
    <p:extLst>
      <p:ext uri="{BB962C8B-B14F-4D97-AF65-F5344CB8AC3E}">
        <p14:creationId xmlns:p14="http://schemas.microsoft.com/office/powerpoint/2010/main" val="10832556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ời Bài Hát - 1">
    <p:spTree>
      <p:nvGrpSpPr>
        <p:cNvPr id="1" name=""/>
        <p:cNvGrpSpPr/>
        <p:nvPr/>
      </p:nvGrpSpPr>
      <p:grpSpPr>
        <a:xfrm>
          <a:off x="0" y="0"/>
          <a:ext cx="0" cy="0"/>
          <a:chOff x="0" y="0"/>
          <a:chExt cx="0" cy="0"/>
        </a:xfrm>
      </p:grpSpPr>
      <p:sp>
        <p:nvSpPr>
          <p:cNvPr id="5" name="Title 1"/>
          <p:cNvSpPr>
            <a:spLocks noGrp="1"/>
          </p:cNvSpPr>
          <p:nvPr>
            <p:ph type="title" hasCustomPrompt="1"/>
          </p:nvPr>
        </p:nvSpPr>
        <p:spPr>
          <a:xfrm>
            <a:off x="337751" y="325925"/>
            <a:ext cx="11516497" cy="6237837"/>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endParaRPr lang="en-US" dirty="0"/>
          </a:p>
        </p:txBody>
      </p:sp>
    </p:spTree>
    <p:extLst>
      <p:ext uri="{BB962C8B-B14F-4D97-AF65-F5344CB8AC3E}">
        <p14:creationId xmlns:p14="http://schemas.microsoft.com/office/powerpoint/2010/main" val="39427892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ên Bài Hát - 2">
    <p:spTree>
      <p:nvGrpSpPr>
        <p:cNvPr id="1" name=""/>
        <p:cNvGrpSpPr/>
        <p:nvPr/>
      </p:nvGrpSpPr>
      <p:grpSpPr>
        <a:xfrm>
          <a:off x="0" y="0"/>
          <a:ext cx="0" cy="0"/>
          <a:chOff x="0" y="0"/>
          <a:chExt cx="0" cy="0"/>
        </a:xfrm>
      </p:grpSpPr>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6" name="Title 1">
            <a:extLst>
              <a:ext uri="{FF2B5EF4-FFF2-40B4-BE49-F238E27FC236}">
                <a16:creationId xmlns:a16="http://schemas.microsoft.com/office/drawing/2014/main" id="{8D7B5080-280C-457F-B1C3-02181A2D075D}"/>
              </a:ext>
            </a:extLst>
          </p:cNvPr>
          <p:cNvSpPr>
            <a:spLocks noGrp="1"/>
          </p:cNvSpPr>
          <p:nvPr>
            <p:ph type="title" hasCustomPrompt="1"/>
          </p:nvPr>
        </p:nvSpPr>
        <p:spPr>
          <a:xfrm>
            <a:off x="633742" y="922712"/>
            <a:ext cx="10791731" cy="4081549"/>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Tiêu</a:t>
            </a:r>
            <a:r>
              <a:rPr lang="en-US" dirty="0"/>
              <a:t> </a:t>
            </a:r>
            <a:r>
              <a:rPr lang="en-US" dirty="0" err="1"/>
              <a:t>đề</a:t>
            </a:r>
            <a:r>
              <a:rPr lang="en-US" dirty="0"/>
              <a:t> </a:t>
            </a:r>
            <a:r>
              <a:rPr lang="en-US" dirty="0" err="1"/>
              <a:t>bài</a:t>
            </a:r>
            <a:r>
              <a:rPr lang="en-US" dirty="0"/>
              <a:t> </a:t>
            </a:r>
            <a:r>
              <a:rPr lang="en-US" dirty="0" err="1"/>
              <a:t>hát</a:t>
            </a:r>
            <a:endParaRPr lang="en-US" dirty="0"/>
          </a:p>
        </p:txBody>
      </p:sp>
    </p:spTree>
    <p:extLst>
      <p:ext uri="{BB962C8B-B14F-4D97-AF65-F5344CB8AC3E}">
        <p14:creationId xmlns:p14="http://schemas.microsoft.com/office/powerpoint/2010/main" val="30328773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Lời Bài Hát - 2">
    <p:spTree>
      <p:nvGrpSpPr>
        <p:cNvPr id="1" name=""/>
        <p:cNvGrpSpPr/>
        <p:nvPr/>
      </p:nvGrpSpPr>
      <p:grpSpPr>
        <a:xfrm>
          <a:off x="0" y="0"/>
          <a:ext cx="0" cy="0"/>
          <a:chOff x="0" y="0"/>
          <a:chExt cx="0" cy="0"/>
        </a:xfrm>
      </p:grpSpPr>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Title 1"/>
          <p:cNvSpPr>
            <a:spLocks noGrp="1"/>
          </p:cNvSpPr>
          <p:nvPr>
            <p:ph type="title" hasCustomPrompt="1"/>
          </p:nvPr>
        </p:nvSpPr>
        <p:spPr>
          <a:xfrm>
            <a:off x="337751" y="325925"/>
            <a:ext cx="11516497" cy="6237837"/>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endParaRPr lang="en-US" dirty="0"/>
          </a:p>
        </p:txBody>
      </p:sp>
    </p:spTree>
    <p:extLst>
      <p:ext uri="{BB962C8B-B14F-4D97-AF65-F5344CB8AC3E}">
        <p14:creationId xmlns:p14="http://schemas.microsoft.com/office/powerpoint/2010/main" val="9291004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ên Bài Hát - 3">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Title 1">
            <a:extLst>
              <a:ext uri="{FF2B5EF4-FFF2-40B4-BE49-F238E27FC236}">
                <a16:creationId xmlns:a16="http://schemas.microsoft.com/office/drawing/2014/main" id="{0A9F4E50-46AD-43BB-99B5-F85C751628C0}"/>
              </a:ext>
            </a:extLst>
          </p:cNvPr>
          <p:cNvSpPr>
            <a:spLocks noGrp="1"/>
          </p:cNvSpPr>
          <p:nvPr>
            <p:ph type="title" hasCustomPrompt="1"/>
          </p:nvPr>
        </p:nvSpPr>
        <p:spPr>
          <a:xfrm>
            <a:off x="633742" y="922712"/>
            <a:ext cx="10791731" cy="4081549"/>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Tiêu</a:t>
            </a:r>
            <a:r>
              <a:rPr lang="en-US" dirty="0"/>
              <a:t> </a:t>
            </a:r>
            <a:r>
              <a:rPr lang="en-US" dirty="0" err="1"/>
              <a:t>đề</a:t>
            </a:r>
            <a:r>
              <a:rPr lang="en-US" dirty="0"/>
              <a:t> </a:t>
            </a:r>
            <a:r>
              <a:rPr lang="en-US" dirty="0" err="1"/>
              <a:t>bài</a:t>
            </a:r>
            <a:r>
              <a:rPr lang="en-US" dirty="0"/>
              <a:t> </a:t>
            </a:r>
            <a:r>
              <a:rPr lang="en-US" dirty="0" err="1"/>
              <a:t>hát</a:t>
            </a:r>
            <a:endParaRPr lang="en-US" dirty="0"/>
          </a:p>
        </p:txBody>
      </p:sp>
    </p:spTree>
    <p:extLst>
      <p:ext uri="{BB962C8B-B14F-4D97-AF65-F5344CB8AC3E}">
        <p14:creationId xmlns:p14="http://schemas.microsoft.com/office/powerpoint/2010/main" val="32089587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ời Bài Hát - 3">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6" name="Title 1"/>
          <p:cNvSpPr>
            <a:spLocks noGrp="1"/>
          </p:cNvSpPr>
          <p:nvPr>
            <p:ph type="title" hasCustomPrompt="1"/>
          </p:nvPr>
        </p:nvSpPr>
        <p:spPr>
          <a:xfrm>
            <a:off x="337751" y="325925"/>
            <a:ext cx="11516497" cy="6237837"/>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endParaRPr lang="en-US" dirty="0"/>
          </a:p>
        </p:txBody>
      </p:sp>
    </p:spTree>
    <p:extLst>
      <p:ext uri="{BB962C8B-B14F-4D97-AF65-F5344CB8AC3E}">
        <p14:creationId xmlns:p14="http://schemas.microsoft.com/office/powerpoint/2010/main" val="37171977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ên Bài Hát - 4">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Title 1">
            <a:extLst>
              <a:ext uri="{FF2B5EF4-FFF2-40B4-BE49-F238E27FC236}">
                <a16:creationId xmlns:a16="http://schemas.microsoft.com/office/drawing/2014/main" id="{4B837F48-D0D6-45AC-A273-00953E86AED0}"/>
              </a:ext>
            </a:extLst>
          </p:cNvPr>
          <p:cNvSpPr>
            <a:spLocks noGrp="1"/>
          </p:cNvSpPr>
          <p:nvPr>
            <p:ph type="title" hasCustomPrompt="1"/>
          </p:nvPr>
        </p:nvSpPr>
        <p:spPr>
          <a:xfrm>
            <a:off x="633742" y="922712"/>
            <a:ext cx="10791731" cy="4081549"/>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Tiêu</a:t>
            </a:r>
            <a:r>
              <a:rPr lang="en-US" dirty="0"/>
              <a:t> </a:t>
            </a:r>
            <a:r>
              <a:rPr lang="en-US" dirty="0" err="1"/>
              <a:t>đề</a:t>
            </a:r>
            <a:r>
              <a:rPr lang="en-US" dirty="0"/>
              <a:t> </a:t>
            </a:r>
            <a:r>
              <a:rPr lang="en-US" dirty="0" err="1"/>
              <a:t>bài</a:t>
            </a:r>
            <a:r>
              <a:rPr lang="en-US" dirty="0"/>
              <a:t> </a:t>
            </a:r>
            <a:r>
              <a:rPr lang="en-US" dirty="0" err="1"/>
              <a:t>hát</a:t>
            </a:r>
            <a:endParaRPr lang="en-US" dirty="0"/>
          </a:p>
        </p:txBody>
      </p:sp>
    </p:spTree>
    <p:extLst>
      <p:ext uri="{BB962C8B-B14F-4D97-AF65-F5344CB8AC3E}">
        <p14:creationId xmlns:p14="http://schemas.microsoft.com/office/powerpoint/2010/main" val="7076269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Lời Bài Hát - 4">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6" name="Title 1"/>
          <p:cNvSpPr>
            <a:spLocks noGrp="1"/>
          </p:cNvSpPr>
          <p:nvPr>
            <p:ph type="title" hasCustomPrompt="1"/>
          </p:nvPr>
        </p:nvSpPr>
        <p:spPr>
          <a:xfrm>
            <a:off x="337751" y="325925"/>
            <a:ext cx="11516497" cy="6237837"/>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endParaRPr lang="en-US" dirty="0"/>
          </a:p>
        </p:txBody>
      </p:sp>
    </p:spTree>
    <p:extLst>
      <p:ext uri="{BB962C8B-B14F-4D97-AF65-F5344CB8AC3E}">
        <p14:creationId xmlns:p14="http://schemas.microsoft.com/office/powerpoint/2010/main" val="42282164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ên Bài Hát - 5">
    <p:spTree>
      <p:nvGrpSpPr>
        <p:cNvPr id="1" name=""/>
        <p:cNvGrpSpPr/>
        <p:nvPr/>
      </p:nvGrpSpPr>
      <p:grpSpPr>
        <a:xfrm>
          <a:off x="0" y="0"/>
          <a:ext cx="0" cy="0"/>
          <a:chOff x="0" y="0"/>
          <a:chExt cx="0" cy="0"/>
        </a:xfrm>
      </p:grpSpPr>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7" name="Title 1">
            <a:extLst>
              <a:ext uri="{FF2B5EF4-FFF2-40B4-BE49-F238E27FC236}">
                <a16:creationId xmlns:a16="http://schemas.microsoft.com/office/drawing/2014/main" id="{32F8712E-8F83-406E-BBED-051BEA99490F}"/>
              </a:ext>
            </a:extLst>
          </p:cNvPr>
          <p:cNvSpPr>
            <a:spLocks noGrp="1"/>
          </p:cNvSpPr>
          <p:nvPr>
            <p:ph type="title" hasCustomPrompt="1"/>
          </p:nvPr>
        </p:nvSpPr>
        <p:spPr>
          <a:xfrm>
            <a:off x="633742" y="922712"/>
            <a:ext cx="10791731" cy="4081549"/>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Tiêu</a:t>
            </a:r>
            <a:r>
              <a:rPr lang="en-US" dirty="0"/>
              <a:t> </a:t>
            </a:r>
            <a:r>
              <a:rPr lang="en-US" dirty="0" err="1"/>
              <a:t>đề</a:t>
            </a:r>
            <a:r>
              <a:rPr lang="en-US" dirty="0"/>
              <a:t> </a:t>
            </a:r>
            <a:r>
              <a:rPr lang="en-US" dirty="0" err="1"/>
              <a:t>bài</a:t>
            </a:r>
            <a:r>
              <a:rPr lang="en-US" dirty="0"/>
              <a:t> </a:t>
            </a:r>
            <a:r>
              <a:rPr lang="en-US" dirty="0" err="1"/>
              <a:t>hát</a:t>
            </a:r>
            <a:endParaRPr lang="en-US" dirty="0"/>
          </a:p>
        </p:txBody>
      </p:sp>
    </p:spTree>
    <p:extLst>
      <p:ext uri="{BB962C8B-B14F-4D97-AF65-F5344CB8AC3E}">
        <p14:creationId xmlns:p14="http://schemas.microsoft.com/office/powerpoint/2010/main" val="286112048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Lời Bài Hát - 5">
    <p:spTree>
      <p:nvGrpSpPr>
        <p:cNvPr id="1" name=""/>
        <p:cNvGrpSpPr/>
        <p:nvPr/>
      </p:nvGrpSpPr>
      <p:grpSpPr>
        <a:xfrm>
          <a:off x="0" y="0"/>
          <a:ext cx="0" cy="0"/>
          <a:chOff x="0" y="0"/>
          <a:chExt cx="0" cy="0"/>
        </a:xfrm>
      </p:grpSpPr>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Title 1"/>
          <p:cNvSpPr>
            <a:spLocks noGrp="1"/>
          </p:cNvSpPr>
          <p:nvPr>
            <p:ph type="title" hasCustomPrompt="1"/>
          </p:nvPr>
        </p:nvSpPr>
        <p:spPr>
          <a:xfrm>
            <a:off x="337751" y="325925"/>
            <a:ext cx="11516497" cy="6237837"/>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endParaRPr lang="en-US" dirty="0"/>
          </a:p>
        </p:txBody>
      </p:sp>
    </p:spTree>
    <p:extLst>
      <p:ext uri="{BB962C8B-B14F-4D97-AF65-F5344CB8AC3E}">
        <p14:creationId xmlns:p14="http://schemas.microsoft.com/office/powerpoint/2010/main" val="254975116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ên Bài Hát - 1">
    <p:spTree>
      <p:nvGrpSpPr>
        <p:cNvPr id="1" name=""/>
        <p:cNvGrpSpPr/>
        <p:nvPr/>
      </p:nvGrpSpPr>
      <p:grpSpPr>
        <a:xfrm>
          <a:off x="0" y="0"/>
          <a:ext cx="0" cy="0"/>
          <a:chOff x="0" y="0"/>
          <a:chExt cx="0" cy="0"/>
        </a:xfrm>
      </p:grpSpPr>
      <p:sp>
        <p:nvSpPr>
          <p:cNvPr id="5" name="Title 1"/>
          <p:cNvSpPr>
            <a:spLocks noGrp="1"/>
          </p:cNvSpPr>
          <p:nvPr>
            <p:ph type="title" hasCustomPrompt="1"/>
          </p:nvPr>
        </p:nvSpPr>
        <p:spPr>
          <a:xfrm>
            <a:off x="633742" y="922712"/>
            <a:ext cx="10791731" cy="4081549"/>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Tiêu</a:t>
            </a:r>
            <a:r>
              <a:rPr lang="en-US" dirty="0"/>
              <a:t> </a:t>
            </a:r>
            <a:r>
              <a:rPr lang="en-US" dirty="0" err="1"/>
              <a:t>đề</a:t>
            </a:r>
            <a:r>
              <a:rPr lang="en-US" dirty="0"/>
              <a:t> </a:t>
            </a:r>
            <a:r>
              <a:rPr lang="en-US" dirty="0" err="1"/>
              <a:t>bài</a:t>
            </a:r>
            <a:r>
              <a:rPr lang="en-US" dirty="0"/>
              <a:t> </a:t>
            </a:r>
            <a:r>
              <a:rPr lang="en-US" dirty="0" err="1"/>
              <a:t>hát</a:t>
            </a:r>
            <a:endParaRPr lang="en-US" dirty="0"/>
          </a:p>
        </p:txBody>
      </p:sp>
    </p:spTree>
    <p:extLst>
      <p:ext uri="{BB962C8B-B14F-4D97-AF65-F5344CB8AC3E}">
        <p14:creationId xmlns:p14="http://schemas.microsoft.com/office/powerpoint/2010/main" val="223682948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Lời Bài Hát - 1">
    <p:spTree>
      <p:nvGrpSpPr>
        <p:cNvPr id="1" name=""/>
        <p:cNvGrpSpPr/>
        <p:nvPr/>
      </p:nvGrpSpPr>
      <p:grpSpPr>
        <a:xfrm>
          <a:off x="0" y="0"/>
          <a:ext cx="0" cy="0"/>
          <a:chOff x="0" y="0"/>
          <a:chExt cx="0" cy="0"/>
        </a:xfrm>
      </p:grpSpPr>
      <p:sp>
        <p:nvSpPr>
          <p:cNvPr id="5" name="Title 1"/>
          <p:cNvSpPr>
            <a:spLocks noGrp="1"/>
          </p:cNvSpPr>
          <p:nvPr>
            <p:ph type="title" hasCustomPrompt="1"/>
          </p:nvPr>
        </p:nvSpPr>
        <p:spPr>
          <a:xfrm>
            <a:off x="337751" y="325925"/>
            <a:ext cx="11516497" cy="6237837"/>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endParaRPr lang="en-US" dirty="0"/>
          </a:p>
        </p:txBody>
      </p:sp>
    </p:spTree>
    <p:extLst>
      <p:ext uri="{BB962C8B-B14F-4D97-AF65-F5344CB8AC3E}">
        <p14:creationId xmlns:p14="http://schemas.microsoft.com/office/powerpoint/2010/main" val="241948580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1_Lời Bài Hát - 1">
    <p:spTree>
      <p:nvGrpSpPr>
        <p:cNvPr id="1" name=""/>
        <p:cNvGrpSpPr/>
        <p:nvPr/>
      </p:nvGrpSpPr>
      <p:grpSpPr>
        <a:xfrm>
          <a:off x="0" y="0"/>
          <a:ext cx="0" cy="0"/>
          <a:chOff x="0" y="0"/>
          <a:chExt cx="0" cy="0"/>
        </a:xfrm>
      </p:grpSpPr>
      <p:sp>
        <p:nvSpPr>
          <p:cNvPr id="5" name="Title 1"/>
          <p:cNvSpPr>
            <a:spLocks noGrp="1"/>
          </p:cNvSpPr>
          <p:nvPr>
            <p:ph type="title" hasCustomPrompt="1"/>
          </p:nvPr>
        </p:nvSpPr>
        <p:spPr>
          <a:xfrm>
            <a:off x="337751" y="325925"/>
            <a:ext cx="11516497" cy="6237837"/>
          </a:xfrm>
          <a:prstGeom prst="rect">
            <a:avLst/>
          </a:prstGeom>
        </p:spPr>
        <p:txBody>
          <a:bodyPr anchor="ctr">
            <a:noAutofit/>
          </a:bodyPr>
          <a:lstStyle>
            <a:lvl1pPr algn="ctr">
              <a:lnSpc>
                <a:spcPct val="120000"/>
              </a:lnSpc>
              <a:defRPr sz="7000" b="1" baseline="0">
                <a:solidFill>
                  <a:srgbClr val="FFFF00"/>
                </a:solidFill>
                <a:latin typeface="Arial" panose="020B0604020202020204" pitchFamily="34" charset="0"/>
                <a:cs typeface="Arial" panose="020B0604020202020204" pitchFamily="34" charset="0"/>
              </a:defRPr>
            </a:lvl1pPr>
          </a:lstStyle>
          <a:p>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endParaRPr lang="en-US" dirty="0"/>
          </a:p>
        </p:txBody>
      </p:sp>
    </p:spTree>
    <p:extLst>
      <p:ext uri="{BB962C8B-B14F-4D97-AF65-F5344CB8AC3E}">
        <p14:creationId xmlns:p14="http://schemas.microsoft.com/office/powerpoint/2010/main" val="85757116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ên Bài Hát - 2">
    <p:spTree>
      <p:nvGrpSpPr>
        <p:cNvPr id="1" name=""/>
        <p:cNvGrpSpPr/>
        <p:nvPr/>
      </p:nvGrpSpPr>
      <p:grpSpPr>
        <a:xfrm>
          <a:off x="0" y="0"/>
          <a:ext cx="0" cy="0"/>
          <a:chOff x="0" y="0"/>
          <a:chExt cx="0" cy="0"/>
        </a:xfrm>
      </p:grpSpPr>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6" name="Title 1">
            <a:extLst>
              <a:ext uri="{FF2B5EF4-FFF2-40B4-BE49-F238E27FC236}">
                <a16:creationId xmlns:a16="http://schemas.microsoft.com/office/drawing/2014/main" id="{8D7B5080-280C-457F-B1C3-02181A2D075D}"/>
              </a:ext>
            </a:extLst>
          </p:cNvPr>
          <p:cNvSpPr>
            <a:spLocks noGrp="1"/>
          </p:cNvSpPr>
          <p:nvPr>
            <p:ph type="title" hasCustomPrompt="1"/>
          </p:nvPr>
        </p:nvSpPr>
        <p:spPr>
          <a:xfrm>
            <a:off x="633742" y="922712"/>
            <a:ext cx="10791731" cy="4081549"/>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Tiêu</a:t>
            </a:r>
            <a:r>
              <a:rPr lang="en-US" dirty="0"/>
              <a:t> </a:t>
            </a:r>
            <a:r>
              <a:rPr lang="en-US" dirty="0" err="1"/>
              <a:t>đề</a:t>
            </a:r>
            <a:r>
              <a:rPr lang="en-US" dirty="0"/>
              <a:t> </a:t>
            </a:r>
            <a:r>
              <a:rPr lang="en-US" dirty="0" err="1"/>
              <a:t>bài</a:t>
            </a:r>
            <a:r>
              <a:rPr lang="en-US" dirty="0"/>
              <a:t> </a:t>
            </a:r>
            <a:r>
              <a:rPr lang="en-US" dirty="0" err="1"/>
              <a:t>hát</a:t>
            </a:r>
            <a:endParaRPr lang="en-US" dirty="0"/>
          </a:p>
        </p:txBody>
      </p:sp>
    </p:spTree>
    <p:extLst>
      <p:ext uri="{BB962C8B-B14F-4D97-AF65-F5344CB8AC3E}">
        <p14:creationId xmlns:p14="http://schemas.microsoft.com/office/powerpoint/2010/main" val="115694889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Lời Bài Hát - 2">
    <p:spTree>
      <p:nvGrpSpPr>
        <p:cNvPr id="1" name=""/>
        <p:cNvGrpSpPr/>
        <p:nvPr/>
      </p:nvGrpSpPr>
      <p:grpSpPr>
        <a:xfrm>
          <a:off x="0" y="0"/>
          <a:ext cx="0" cy="0"/>
          <a:chOff x="0" y="0"/>
          <a:chExt cx="0" cy="0"/>
        </a:xfrm>
      </p:grpSpPr>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Title 1"/>
          <p:cNvSpPr>
            <a:spLocks noGrp="1"/>
          </p:cNvSpPr>
          <p:nvPr>
            <p:ph type="title" hasCustomPrompt="1"/>
          </p:nvPr>
        </p:nvSpPr>
        <p:spPr>
          <a:xfrm>
            <a:off x="337751" y="325925"/>
            <a:ext cx="11516497" cy="6237837"/>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endParaRPr lang="en-US" dirty="0"/>
          </a:p>
        </p:txBody>
      </p:sp>
    </p:spTree>
    <p:extLst>
      <p:ext uri="{BB962C8B-B14F-4D97-AF65-F5344CB8AC3E}">
        <p14:creationId xmlns:p14="http://schemas.microsoft.com/office/powerpoint/2010/main" val="15855083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Tên Bài Hát - 3">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Title 1">
            <a:extLst>
              <a:ext uri="{FF2B5EF4-FFF2-40B4-BE49-F238E27FC236}">
                <a16:creationId xmlns:a16="http://schemas.microsoft.com/office/drawing/2014/main" id="{0A9F4E50-46AD-43BB-99B5-F85C751628C0}"/>
              </a:ext>
            </a:extLst>
          </p:cNvPr>
          <p:cNvSpPr>
            <a:spLocks noGrp="1"/>
          </p:cNvSpPr>
          <p:nvPr>
            <p:ph type="title" hasCustomPrompt="1"/>
          </p:nvPr>
        </p:nvSpPr>
        <p:spPr>
          <a:xfrm>
            <a:off x="633742" y="922712"/>
            <a:ext cx="10791731" cy="4081549"/>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Tiêu</a:t>
            </a:r>
            <a:r>
              <a:rPr lang="en-US" dirty="0"/>
              <a:t> </a:t>
            </a:r>
            <a:r>
              <a:rPr lang="en-US" dirty="0" err="1"/>
              <a:t>đề</a:t>
            </a:r>
            <a:r>
              <a:rPr lang="en-US" dirty="0"/>
              <a:t> </a:t>
            </a:r>
            <a:r>
              <a:rPr lang="en-US" dirty="0" err="1"/>
              <a:t>bài</a:t>
            </a:r>
            <a:r>
              <a:rPr lang="en-US" dirty="0"/>
              <a:t> </a:t>
            </a:r>
            <a:r>
              <a:rPr lang="en-US" dirty="0" err="1"/>
              <a:t>hát</a:t>
            </a:r>
            <a:endParaRPr lang="en-US" dirty="0"/>
          </a:p>
        </p:txBody>
      </p:sp>
    </p:spTree>
    <p:extLst>
      <p:ext uri="{BB962C8B-B14F-4D97-AF65-F5344CB8AC3E}">
        <p14:creationId xmlns:p14="http://schemas.microsoft.com/office/powerpoint/2010/main" val="395773885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Lời Bài Hát - 3">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6" name="Title 1"/>
          <p:cNvSpPr>
            <a:spLocks noGrp="1"/>
          </p:cNvSpPr>
          <p:nvPr>
            <p:ph type="title" hasCustomPrompt="1"/>
          </p:nvPr>
        </p:nvSpPr>
        <p:spPr>
          <a:xfrm>
            <a:off x="337751" y="325925"/>
            <a:ext cx="11516497" cy="6237837"/>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endParaRPr lang="en-US" dirty="0"/>
          </a:p>
        </p:txBody>
      </p:sp>
    </p:spTree>
    <p:extLst>
      <p:ext uri="{BB962C8B-B14F-4D97-AF65-F5344CB8AC3E}">
        <p14:creationId xmlns:p14="http://schemas.microsoft.com/office/powerpoint/2010/main" val="264889876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Tên Bài Hát - 4">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Title 1">
            <a:extLst>
              <a:ext uri="{FF2B5EF4-FFF2-40B4-BE49-F238E27FC236}">
                <a16:creationId xmlns:a16="http://schemas.microsoft.com/office/drawing/2014/main" id="{4B837F48-D0D6-45AC-A273-00953E86AED0}"/>
              </a:ext>
            </a:extLst>
          </p:cNvPr>
          <p:cNvSpPr>
            <a:spLocks noGrp="1"/>
          </p:cNvSpPr>
          <p:nvPr>
            <p:ph type="title" hasCustomPrompt="1"/>
          </p:nvPr>
        </p:nvSpPr>
        <p:spPr>
          <a:xfrm>
            <a:off x="633742" y="922712"/>
            <a:ext cx="10791731" cy="4081549"/>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Tiêu</a:t>
            </a:r>
            <a:r>
              <a:rPr lang="en-US" dirty="0"/>
              <a:t> </a:t>
            </a:r>
            <a:r>
              <a:rPr lang="en-US" dirty="0" err="1"/>
              <a:t>đề</a:t>
            </a:r>
            <a:r>
              <a:rPr lang="en-US" dirty="0"/>
              <a:t> </a:t>
            </a:r>
            <a:r>
              <a:rPr lang="en-US" dirty="0" err="1"/>
              <a:t>bài</a:t>
            </a:r>
            <a:r>
              <a:rPr lang="en-US" dirty="0"/>
              <a:t> </a:t>
            </a:r>
            <a:r>
              <a:rPr lang="en-US" dirty="0" err="1"/>
              <a:t>hát</a:t>
            </a:r>
            <a:endParaRPr lang="en-US" dirty="0"/>
          </a:p>
        </p:txBody>
      </p:sp>
    </p:spTree>
    <p:extLst>
      <p:ext uri="{BB962C8B-B14F-4D97-AF65-F5344CB8AC3E}">
        <p14:creationId xmlns:p14="http://schemas.microsoft.com/office/powerpoint/2010/main" val="159937403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Lời Bài Hát - 4">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6" name="Title 1"/>
          <p:cNvSpPr>
            <a:spLocks noGrp="1"/>
          </p:cNvSpPr>
          <p:nvPr>
            <p:ph type="title" hasCustomPrompt="1"/>
          </p:nvPr>
        </p:nvSpPr>
        <p:spPr>
          <a:xfrm>
            <a:off x="337751" y="325925"/>
            <a:ext cx="11516497" cy="6237837"/>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endParaRPr lang="en-US" dirty="0"/>
          </a:p>
        </p:txBody>
      </p:sp>
    </p:spTree>
    <p:extLst>
      <p:ext uri="{BB962C8B-B14F-4D97-AF65-F5344CB8AC3E}">
        <p14:creationId xmlns:p14="http://schemas.microsoft.com/office/powerpoint/2010/main" val="165326941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Tên Bài Hát - 5">
    <p:spTree>
      <p:nvGrpSpPr>
        <p:cNvPr id="1" name=""/>
        <p:cNvGrpSpPr/>
        <p:nvPr/>
      </p:nvGrpSpPr>
      <p:grpSpPr>
        <a:xfrm>
          <a:off x="0" y="0"/>
          <a:ext cx="0" cy="0"/>
          <a:chOff x="0" y="0"/>
          <a:chExt cx="0" cy="0"/>
        </a:xfrm>
      </p:grpSpPr>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7" name="Title 1">
            <a:extLst>
              <a:ext uri="{FF2B5EF4-FFF2-40B4-BE49-F238E27FC236}">
                <a16:creationId xmlns:a16="http://schemas.microsoft.com/office/drawing/2014/main" id="{32F8712E-8F83-406E-BBED-051BEA99490F}"/>
              </a:ext>
            </a:extLst>
          </p:cNvPr>
          <p:cNvSpPr>
            <a:spLocks noGrp="1"/>
          </p:cNvSpPr>
          <p:nvPr>
            <p:ph type="title" hasCustomPrompt="1"/>
          </p:nvPr>
        </p:nvSpPr>
        <p:spPr>
          <a:xfrm>
            <a:off x="633742" y="922712"/>
            <a:ext cx="10791731" cy="4081549"/>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Tiêu</a:t>
            </a:r>
            <a:r>
              <a:rPr lang="en-US" dirty="0"/>
              <a:t> </a:t>
            </a:r>
            <a:r>
              <a:rPr lang="en-US" dirty="0" err="1"/>
              <a:t>đề</a:t>
            </a:r>
            <a:r>
              <a:rPr lang="en-US" dirty="0"/>
              <a:t> </a:t>
            </a:r>
            <a:r>
              <a:rPr lang="en-US" dirty="0" err="1"/>
              <a:t>bài</a:t>
            </a:r>
            <a:r>
              <a:rPr lang="en-US" dirty="0"/>
              <a:t> </a:t>
            </a:r>
            <a:r>
              <a:rPr lang="en-US" dirty="0" err="1"/>
              <a:t>hát</a:t>
            </a:r>
            <a:endParaRPr lang="en-US" dirty="0"/>
          </a:p>
        </p:txBody>
      </p:sp>
    </p:spTree>
    <p:extLst>
      <p:ext uri="{BB962C8B-B14F-4D97-AF65-F5344CB8AC3E}">
        <p14:creationId xmlns:p14="http://schemas.microsoft.com/office/powerpoint/2010/main" val="7439897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Lời Bài Hát - 5">
    <p:spTree>
      <p:nvGrpSpPr>
        <p:cNvPr id="1" name=""/>
        <p:cNvGrpSpPr/>
        <p:nvPr/>
      </p:nvGrpSpPr>
      <p:grpSpPr>
        <a:xfrm>
          <a:off x="0" y="0"/>
          <a:ext cx="0" cy="0"/>
          <a:chOff x="0" y="0"/>
          <a:chExt cx="0" cy="0"/>
        </a:xfrm>
      </p:grpSpPr>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Title 1"/>
          <p:cNvSpPr>
            <a:spLocks noGrp="1"/>
          </p:cNvSpPr>
          <p:nvPr>
            <p:ph type="title" hasCustomPrompt="1"/>
          </p:nvPr>
        </p:nvSpPr>
        <p:spPr>
          <a:xfrm>
            <a:off x="337751" y="325925"/>
            <a:ext cx="11516497" cy="6237837"/>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endParaRPr lang="en-US" dirty="0"/>
          </a:p>
        </p:txBody>
      </p:sp>
    </p:spTree>
    <p:extLst>
      <p:ext uri="{BB962C8B-B14F-4D97-AF65-F5344CB8AC3E}">
        <p14:creationId xmlns:p14="http://schemas.microsoft.com/office/powerpoint/2010/main" val="193765190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1.jpe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8.xml"/><Relationship Id="rId13" Type="http://schemas.openxmlformats.org/officeDocument/2006/relationships/image" Target="../media/image1.jpeg"/><Relationship Id="rId3" Type="http://schemas.openxmlformats.org/officeDocument/2006/relationships/slideLayout" Target="../slideLayouts/slideLayout13.xml"/><Relationship Id="rId7" Type="http://schemas.openxmlformats.org/officeDocument/2006/relationships/slideLayout" Target="../slideLayouts/slideLayout17.xml"/><Relationship Id="rId12" Type="http://schemas.openxmlformats.org/officeDocument/2006/relationships/theme" Target="../theme/theme2.xml"/><Relationship Id="rId2" Type="http://schemas.openxmlformats.org/officeDocument/2006/relationships/slideLayout" Target="../slideLayouts/slideLayout12.xml"/><Relationship Id="rId1" Type="http://schemas.openxmlformats.org/officeDocument/2006/relationships/slideLayout" Target="../slideLayouts/slideLayout11.xml"/><Relationship Id="rId6" Type="http://schemas.openxmlformats.org/officeDocument/2006/relationships/slideLayout" Target="../slideLayouts/slideLayout16.xml"/><Relationship Id="rId11" Type="http://schemas.openxmlformats.org/officeDocument/2006/relationships/slideLayout" Target="../slideLayouts/slideLayout21.xml"/><Relationship Id="rId5" Type="http://schemas.openxmlformats.org/officeDocument/2006/relationships/slideLayout" Target="../slideLayouts/slideLayout15.xml"/><Relationship Id="rId10" Type="http://schemas.openxmlformats.org/officeDocument/2006/relationships/slideLayout" Target="../slideLayouts/slideLayout20.xml"/><Relationship Id="rId4" Type="http://schemas.openxmlformats.org/officeDocument/2006/relationships/slideLayout" Target="../slideLayouts/slideLayout14.xml"/><Relationship Id="rId9"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Picture 6"/>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3264027633"/>
      </p:ext>
    </p:extLst>
  </p:cSld>
  <p:clrMap bg1="lt1" tx1="dk1" bg2="lt2" tx2="dk2" accent1="accent1" accent2="accent2" accent3="accent3" accent4="accent4" accent5="accent5" accent6="accent6" hlink="hlink" folHlink="folHlink"/>
  <p:sldLayoutIdLst>
    <p:sldLayoutId id="2147483741" r:id="rId1"/>
    <p:sldLayoutId id="2147483754" r:id="rId2"/>
    <p:sldLayoutId id="2147483756" r:id="rId3"/>
    <p:sldLayoutId id="2147483743" r:id="rId4"/>
    <p:sldLayoutId id="2147483745" r:id="rId5"/>
    <p:sldLayoutId id="2147483757" r:id="rId6"/>
    <p:sldLayoutId id="2147483752" r:id="rId7"/>
    <p:sldLayoutId id="2147483758" r:id="rId8"/>
    <p:sldLayoutId id="2147483753" r:id="rId9"/>
    <p:sldLayoutId id="2147483759" r:id="rId10"/>
  </p:sldLayoutIdLst>
  <p:txStyles>
    <p:titleStyle>
      <a:lvl1pPr algn="l" defTabSz="914400" rtl="0" eaLnBrk="1" latinLnBrk="0" hangingPunct="1">
        <a:lnSpc>
          <a:spcPct val="90000"/>
        </a:lnSpc>
        <a:spcBef>
          <a:spcPct val="0"/>
        </a:spcBef>
        <a:buNone/>
        <a:defRPr sz="4400" kern="1200">
          <a:solidFill>
            <a:schemeClr val="bg1"/>
          </a:solidFill>
          <a:latin typeface="Arial" panose="020B0604020202020204" pitchFamily="34" charset="0"/>
          <a:ea typeface="+mj-ea"/>
          <a:cs typeface="Arial" panose="020B060402020202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Picture 6"/>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3911521339"/>
      </p:ext>
    </p:extLst>
  </p:cSld>
  <p:clrMap bg1="lt1" tx1="dk1" bg2="lt2" tx2="dk2" accent1="accent1" accent2="accent2" accent3="accent3" accent4="accent4" accent5="accent5" accent6="accent6" hlink="hlink" folHlink="folHlink"/>
  <p:sldLayoutIdLst>
    <p:sldLayoutId id="2147483761" r:id="rId1"/>
    <p:sldLayoutId id="2147483762" r:id="rId2"/>
    <p:sldLayoutId id="2147483763" r:id="rId3"/>
    <p:sldLayoutId id="2147483764" r:id="rId4"/>
    <p:sldLayoutId id="2147483765" r:id="rId5"/>
    <p:sldLayoutId id="2147483766" r:id="rId6"/>
    <p:sldLayoutId id="2147483767" r:id="rId7"/>
    <p:sldLayoutId id="2147483768" r:id="rId8"/>
    <p:sldLayoutId id="2147483769" r:id="rId9"/>
    <p:sldLayoutId id="2147483770" r:id="rId10"/>
    <p:sldLayoutId id="2147483771" r:id="rId11"/>
  </p:sldLayoutIdLst>
  <p:txStyles>
    <p:titleStyle>
      <a:lvl1pPr algn="l" defTabSz="914400" rtl="0" eaLnBrk="1" latinLnBrk="0" hangingPunct="1">
        <a:lnSpc>
          <a:spcPct val="90000"/>
        </a:lnSpc>
        <a:spcBef>
          <a:spcPct val="0"/>
        </a:spcBef>
        <a:buNone/>
        <a:defRPr sz="4400" kern="1200">
          <a:solidFill>
            <a:schemeClr val="bg1"/>
          </a:solidFill>
          <a:latin typeface="Arial" panose="020B0604020202020204" pitchFamily="34" charset="0"/>
          <a:ea typeface="+mj-ea"/>
          <a:cs typeface="Arial" panose="020B060402020202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a:t>Thánh Ca 81</a:t>
            </a:r>
          </a:p>
          <a:p>
            <a:r>
              <a:rPr lang="vi-VN" dirty="0"/>
              <a:t>HOA HUỆ</a:t>
            </a:r>
            <a:br>
              <a:rPr lang="en-US" dirty="0"/>
            </a:br>
            <a:r>
              <a:rPr lang="vi-VN" dirty="0"/>
              <a:t>TRONG TRŨNG</a:t>
            </a:r>
            <a:endParaRPr lang="en-US" dirty="0"/>
          </a:p>
        </p:txBody>
      </p:sp>
    </p:spTree>
    <p:extLst>
      <p:ext uri="{BB962C8B-B14F-4D97-AF65-F5344CB8AC3E}">
        <p14:creationId xmlns:p14="http://schemas.microsoft.com/office/powerpoint/2010/main" val="13679780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a:t>1.  Bạn thân tôi ấy Jêsus Christ lo lắng cho tôi trọn đời, Ngài đẹp xinh, vui tươi thay quán quân trong muôn người.</a:t>
            </a:r>
            <a:endParaRPr lang="en-US" dirty="0"/>
          </a:p>
        </p:txBody>
      </p:sp>
    </p:spTree>
    <p:extLst>
      <p:ext uri="{BB962C8B-B14F-4D97-AF65-F5344CB8AC3E}">
        <p14:creationId xmlns:p14="http://schemas.microsoft.com/office/powerpoint/2010/main" val="122373612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a:t>Thật tôi xem Chúa như hoa huệ trong trũng hương thơm nhẹ nhàng, Ngài thay đổi ác tâm nầy nên trắng trong vẹn toàn.</a:t>
            </a:r>
            <a:endParaRPr lang="en-US" dirty="0"/>
          </a:p>
        </p:txBody>
      </p:sp>
    </p:spTree>
    <p:extLst>
      <p:ext uri="{BB962C8B-B14F-4D97-AF65-F5344CB8AC3E}">
        <p14:creationId xmlns:p14="http://schemas.microsoft.com/office/powerpoint/2010/main" val="312082788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a:t>Hồi bi ai Jêsus an ủi lúc bối rối cho bình an. Bảo rằng mọi điều sầu thống nên giao Ta mang.</a:t>
            </a:r>
            <a:endParaRPr lang="en-US" dirty="0"/>
          </a:p>
        </p:txBody>
      </p:sp>
    </p:spTree>
    <p:extLst>
      <p:ext uri="{BB962C8B-B14F-4D97-AF65-F5344CB8AC3E}">
        <p14:creationId xmlns:p14="http://schemas.microsoft.com/office/powerpoint/2010/main" val="280292325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a:t>Thật Jêsus Christ như Hoa Huệ, như chính Sao Mai rạng ngời, Ngài vui tươi bấy, xinh đẹp thay, quán quân muôn người!</a:t>
            </a:r>
            <a:endParaRPr lang="en-US" dirty="0"/>
          </a:p>
        </p:txBody>
      </p:sp>
    </p:spTree>
    <p:extLst>
      <p:ext uri="{BB962C8B-B14F-4D97-AF65-F5344CB8AC3E}">
        <p14:creationId xmlns:p14="http://schemas.microsoft.com/office/powerpoint/2010/main" val="18874657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a:t>2.  Jêsus Christ gánh bi thương tôi, lau ráo bao châu lụy trào, là ngọn tháp che tôi khi quỷ ma </a:t>
            </a:r>
            <a:br>
              <a:rPr lang="en-US" dirty="0"/>
            </a:br>
            <a:r>
              <a:rPr lang="vi-VN" dirty="0"/>
              <a:t>xâm phạm vào.</a:t>
            </a:r>
            <a:endParaRPr lang="en-US" dirty="0"/>
          </a:p>
        </p:txBody>
      </p:sp>
    </p:spTree>
    <p:extLst>
      <p:ext uri="{BB962C8B-B14F-4D97-AF65-F5344CB8AC3E}">
        <p14:creationId xmlns:p14="http://schemas.microsoft.com/office/powerpoint/2010/main" val="215078452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a:t>Vì Christ tôi bỏ muôn muôn sự xa ném  bao nhiêu tượng hình, Lòng tôi đây Chúa đem quyền linh giữ cho an bình.</a:t>
            </a:r>
            <a:endParaRPr lang="en-US" dirty="0"/>
          </a:p>
        </p:txBody>
      </p:sp>
    </p:spTree>
    <p:extLst>
      <p:ext uri="{BB962C8B-B14F-4D97-AF65-F5344CB8AC3E}">
        <p14:creationId xmlns:p14="http://schemas.microsoft.com/office/powerpoint/2010/main" val="36303136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a:t>Dầu khi nhân gian khinh chê chán, lắm lúc Sa-tan gạt tôi. Chỉ nhờ Jêsus đạt đích an ninh vô hồi.</a:t>
            </a:r>
            <a:endParaRPr lang="en-US" dirty="0"/>
          </a:p>
        </p:txBody>
      </p:sp>
    </p:spTree>
    <p:extLst>
      <p:ext uri="{BB962C8B-B14F-4D97-AF65-F5344CB8AC3E}">
        <p14:creationId xmlns:p14="http://schemas.microsoft.com/office/powerpoint/2010/main" val="160193535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a:t>Thật Jêsus Christ như Hoa Huệ, như chính Sao Mai rạng ngời, Ngài vui tươi bấy, xinh đẹp thay, quán quân muôn người!</a:t>
            </a:r>
            <a:endParaRPr lang="en-US" dirty="0"/>
          </a:p>
        </p:txBody>
      </p:sp>
    </p:spTree>
    <p:extLst>
      <p:ext uri="{BB962C8B-B14F-4D97-AF65-F5344CB8AC3E}">
        <p14:creationId xmlns:p14="http://schemas.microsoft.com/office/powerpoint/2010/main" val="234349236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a:t>3.  Hồi tôi đây sống bởi đức tin vâng ý Ba Ngôi trọn tình, Ngài thật không xa tôi không bỏ </a:t>
            </a:r>
            <a:br>
              <a:rPr lang="en-US" dirty="0"/>
            </a:br>
            <a:r>
              <a:rPr lang="vi-VN" dirty="0"/>
              <a:t>tôi đi</a:t>
            </a:r>
            <a:r>
              <a:rPr lang="en-US" dirty="0"/>
              <a:t> </a:t>
            </a:r>
            <a:r>
              <a:rPr lang="vi-VN" dirty="0"/>
              <a:t>một mình.</a:t>
            </a:r>
            <a:endParaRPr lang="en-US" dirty="0"/>
          </a:p>
        </p:txBody>
      </p:sp>
    </p:spTree>
    <p:extLst>
      <p:ext uri="{BB962C8B-B14F-4D97-AF65-F5344CB8AC3E}">
        <p14:creationId xmlns:p14="http://schemas.microsoft.com/office/powerpoint/2010/main" val="340692086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a:t>Lửa linh bao phủ xung quanh tôi nên bổn tâm không bồi hồi, nhờ ma-na Chúa ban, hồn đang</a:t>
            </a:r>
            <a:br>
              <a:rPr lang="en-US" dirty="0"/>
            </a:br>
            <a:r>
              <a:rPr lang="vi-VN" dirty="0"/>
              <a:t>đói thấy no rồi.</a:t>
            </a:r>
            <a:endParaRPr lang="en-US" dirty="0"/>
          </a:p>
        </p:txBody>
      </p:sp>
    </p:spTree>
    <p:extLst>
      <p:ext uri="{BB962C8B-B14F-4D97-AF65-F5344CB8AC3E}">
        <p14:creationId xmlns:p14="http://schemas.microsoft.com/office/powerpoint/2010/main" val="249990205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a:t>Rồi khi tôi bay lên nơi vinh quý thấy rõ Thiên Nhan đẹp xinh. Chỗ nguồn cực lạc đầy dẫy </a:t>
            </a:r>
            <a:br>
              <a:rPr lang="en-US" dirty="0"/>
            </a:br>
            <a:r>
              <a:rPr lang="vi-VN" dirty="0"/>
              <a:t>tua ra muôn hình.</a:t>
            </a:r>
            <a:endParaRPr lang="en-US" dirty="0"/>
          </a:p>
        </p:txBody>
      </p:sp>
    </p:spTree>
    <p:extLst>
      <p:ext uri="{BB962C8B-B14F-4D97-AF65-F5344CB8AC3E}">
        <p14:creationId xmlns:p14="http://schemas.microsoft.com/office/powerpoint/2010/main" val="38032883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a:t>Thật Jêsus Christ như Hoa Huệ, như chính Sao Mai rạng ngời, Ngài vui tươi bấy, xinh đẹp thay, quán quân muôn người! </a:t>
            </a:r>
            <a:endParaRPr lang="en-US" dirty="0"/>
          </a:p>
        </p:txBody>
      </p:sp>
    </p:spTree>
    <p:extLst>
      <p:ext uri="{BB962C8B-B14F-4D97-AF65-F5344CB8AC3E}">
        <p14:creationId xmlns:p14="http://schemas.microsoft.com/office/powerpoint/2010/main" val="2016745350"/>
      </p:ext>
    </p:extLst>
  </p:cSld>
  <p:clrMapOvr>
    <a:masterClrMapping/>
  </p:clrMapOvr>
</p:sld>
</file>

<file path=ppt/theme/theme1.xml><?xml version="1.0" encoding="utf-8"?>
<a:theme xmlns:a="http://schemas.openxmlformats.org/drawingml/2006/main" name="faithstocks-template-powerpoint-001">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 id="{F5C834B2-4A3E-49F7-9EB5-908E626B4A0E}" vid="{6886AF0C-C0C5-4004-8430-67B367CF969C}"/>
    </a:ext>
  </a:extLst>
</a:theme>
</file>

<file path=ppt/theme/theme2.xml><?xml version="1.0" encoding="utf-8"?>
<a:theme xmlns:a="http://schemas.openxmlformats.org/drawingml/2006/main" name="Presentation1">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Document Themes.potx" id="{6A44481B-8EE0-4478-8270-5C7A3D7973D1}" vid="{BC5D5854-44EB-413B-9822-CB9A1AE0F1A2}"/>
    </a:ext>
  </a:extLst>
</a:theme>
</file>

<file path=docProps/app.xml><?xml version="1.0" encoding="utf-8"?>
<Properties xmlns="http://schemas.openxmlformats.org/officeDocument/2006/extended-properties" xmlns:vt="http://schemas.openxmlformats.org/officeDocument/2006/docPropsVTypes">
  <Template>faithstocks-template-powerpoint-001</Template>
  <TotalTime>2</TotalTime>
  <Words>306</Words>
  <Application>Microsoft Office PowerPoint</Application>
  <PresentationFormat>Widescreen</PresentationFormat>
  <Paragraphs>14</Paragraphs>
  <Slides>13</Slides>
  <Notes>0</Notes>
  <HiddenSlides>0</HiddenSlides>
  <MMClips>0</MMClips>
  <ScaleCrop>false</ScaleCrop>
  <HeadingPairs>
    <vt:vector size="6" baseType="variant">
      <vt:variant>
        <vt:lpstr>Fonts Used</vt:lpstr>
      </vt:variant>
      <vt:variant>
        <vt:i4>1</vt:i4>
      </vt:variant>
      <vt:variant>
        <vt:lpstr>Theme</vt:lpstr>
      </vt:variant>
      <vt:variant>
        <vt:i4>2</vt:i4>
      </vt:variant>
      <vt:variant>
        <vt:lpstr>Slide Titles</vt:lpstr>
      </vt:variant>
      <vt:variant>
        <vt:i4>13</vt:i4>
      </vt:variant>
    </vt:vector>
  </HeadingPairs>
  <TitlesOfParts>
    <vt:vector size="16" baseType="lpstr">
      <vt:lpstr>Arial</vt:lpstr>
      <vt:lpstr>faithstocks-template-powerpoint-001</vt:lpstr>
      <vt:lpstr>Presentation1</vt:lpstr>
      <vt:lpstr>Thánh Ca 81 HOA HUỆ TRONG TRŨNG</vt:lpstr>
      <vt:lpstr>1.  Bạn thân tôi ấy Jêsus Christ lo lắng cho tôi trọn đời, Ngài đẹp xinh, vui tươi thay quán quân trong muôn người.</vt:lpstr>
      <vt:lpstr>Thật tôi xem Chúa như hoa huệ trong trũng hương thơm nhẹ nhàng, Ngài thay đổi ác tâm nầy nên trắng trong vẹn toàn.</vt:lpstr>
      <vt:lpstr>Hồi bi ai Jêsus an ủi lúc bối rối cho bình an. Bảo rằng mọi điều sầu thống nên giao Ta mang.</vt:lpstr>
      <vt:lpstr>Thật Jêsus Christ như Hoa Huệ, như chính Sao Mai rạng ngời, Ngài vui tươi bấy, xinh đẹp thay, quán quân muôn người!</vt:lpstr>
      <vt:lpstr>2.  Jêsus Christ gánh bi thương tôi, lau ráo bao châu lụy trào, là ngọn tháp che tôi khi quỷ ma  xâm phạm vào.</vt:lpstr>
      <vt:lpstr>Vì Christ tôi bỏ muôn muôn sự xa ném  bao nhiêu tượng hình, Lòng tôi đây Chúa đem quyền linh giữ cho an bình.</vt:lpstr>
      <vt:lpstr>Dầu khi nhân gian khinh chê chán, lắm lúc Sa-tan gạt tôi. Chỉ nhờ Jêsus đạt đích an ninh vô hồi.</vt:lpstr>
      <vt:lpstr>Thật Jêsus Christ như Hoa Huệ, như chính Sao Mai rạng ngời, Ngài vui tươi bấy, xinh đẹp thay, quán quân muôn người!</vt:lpstr>
      <vt:lpstr>3.  Hồi tôi đây sống bởi đức tin vâng ý Ba Ngôi trọn tình, Ngài thật không xa tôi không bỏ  tôi đi một mình.</vt:lpstr>
      <vt:lpstr>Lửa linh bao phủ xung quanh tôi nên bổn tâm không bồi hồi, nhờ ma-na Chúa ban, hồn đang đói thấy no rồi.</vt:lpstr>
      <vt:lpstr>Rồi khi tôi bay lên nơi vinh quý thấy rõ Thiên Nhan đẹp xinh. Chỗ nguồn cực lạc đầy dẫy  tua ra muôn hình.</vt:lpstr>
      <vt:lpstr>Thật Jêsus Christ như Hoa Huệ, như chính Sao Mai rạng ngời, Ngài vui tươi bấy, xinh đẹp thay, quán quân muôn người! </vt:lpstr>
    </vt:vector>
  </TitlesOfParts>
  <Company>ASI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 TC 081 - Hoa Huệ Trong Trũng   Thánh Ca 81 Hoa Huệ Trong Trũng  1.  Bạn thân tôi ấy Jêsus Christ lo lắng cho tôi trọn đời, Ngài đẹp xinh, vui tươi thay quán quân trong muôn người.   Thật tôi xem Chúa như hoa huệ trong trũng hương thơm nhẹ nhàng, Ngài thay đổi ác tâm nầy nên trắng trong  vẹn toàn.   Hồi bi ai Jêsus an ủi lúc bối rối cho bình an. Bảo rằng mọi điều sầu thống nên giao  Ta mang.   Thật Jêsus Christ như Hoa Huệ, như chính Sao Mai rạng ngời, Ngài vui tươi bấy, xinh đẹp thay, quán quân  muôn người!   2.  Jêsus Christ gánh bi thương tôi, lau ráo bao châu lụy trào, là ngọn tháp che tôi khi quỷ ma xâm phạm vào.   Vì Christ tôi bỏ muôn muôn sự xa ném  bao nhiêu tượng hình, Lòng tôi đây Chúa đem quyền linh giữ cho an bình.   Dầu khi nhân gian khinh chê chán, lắm lúc Sa-tan gạt tôi. Chỉ nhờ Jêsus đạt đích an ninh vô hồi.   Thật Jêsus Christ như Hoa Huệ, như chính Sao Mai rạng ngời, Ngài vui tươi bấy, xinh đẹp thay, quán quân  muôn người!   3.  Hồi tôi đây sống bởi đức tin vâng ý Ba Ngôi trọn tình, Ngài thật không xa tôi không bỏ tôi đi một mình.   Lửa linh bao phủ xung quanh tôi nên bổn tâm không bồi hồi, nhờ ma-na Chúa ban, hồn đang đói thấy no rồi.   Rồi khi tôi bay lên nơi vinh quý thấy rõ Thiên Nhan đẹp xinh. Chỗ nguồn cực lạc đầy dẫy tua ra muôn hình.  Thật Jêsus Christ như Hoa Huệ, như chính Sao Mai rạng ngời, Ngài vui tươi bấy, xinh đẹp thay, quán quân  muôn người! </dc:title>
  <dc:creator>Phan Minh Vinh An; An Phan</dc:creator>
  <cp:lastModifiedBy>Phan Minh Vinh An</cp:lastModifiedBy>
  <cp:revision>6</cp:revision>
  <dcterms:created xsi:type="dcterms:W3CDTF">2018-01-22T00:04:14Z</dcterms:created>
  <dcterms:modified xsi:type="dcterms:W3CDTF">2018-11-03T07:11:52Z</dcterms:modified>
</cp:coreProperties>
</file>