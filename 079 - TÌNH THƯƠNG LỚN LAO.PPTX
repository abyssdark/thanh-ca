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86434-05A7-4EAF-BFC4-2683C328052D}" type="datetimeFigureOut">
              <a:rPr lang="en-US" smtClean="0"/>
              <a:t>11/3/2018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43860-C490-4E7D-A835-0D9F7D8C2AED}" type="slidenum">
              <a:rPr lang="en-US" smtClean="0"/>
              <a:t>‹#›</a:t>
            </a:fld>
            <a:endParaRPr lang="en-US"/>
          </a:p>
        </p:txBody>
      </p:sp>
    </p:spTree>
    <p:extLst>
      <p:ext uri="{BB962C8B-B14F-4D97-AF65-F5344CB8AC3E}">
        <p14:creationId xmlns:p14="http://schemas.microsoft.com/office/powerpoint/2010/main" val="334641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A43860-C490-4E7D-A835-0D9F7D8C2AED}" type="slidenum">
              <a:rPr lang="en-US" smtClean="0"/>
              <a:t>1</a:t>
            </a:fld>
            <a:endParaRPr lang="en-US"/>
          </a:p>
        </p:txBody>
      </p:sp>
    </p:spTree>
    <p:extLst>
      <p:ext uri="{BB962C8B-B14F-4D97-AF65-F5344CB8AC3E}">
        <p14:creationId xmlns:p14="http://schemas.microsoft.com/office/powerpoint/2010/main" val="2774526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52217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9374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587773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87043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208452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943042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309418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538222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115052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617821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844479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27313223"/>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79</a:t>
            </a:r>
          </a:p>
          <a:p>
            <a:r>
              <a:rPr lang="vi-VN" dirty="0"/>
              <a:t>TÌNH THƯƠNG LỚN LAO</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Tôi nghe lòng mình ngạc nhiên biết bao, khi nhận được tình thương lớn lao.</a:t>
            </a:r>
            <a:endParaRPr lang="en-US" dirty="0"/>
          </a:p>
        </p:txBody>
      </p:sp>
    </p:spTree>
    <p:extLst>
      <p:ext uri="{BB962C8B-B14F-4D97-AF65-F5344CB8AC3E}">
        <p14:creationId xmlns:p14="http://schemas.microsoft.com/office/powerpoint/2010/main" val="329636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Lạ lùng vì sao Chúa yêu được tôi. Thương đến kẻ xấu xa ô tội</a:t>
            </a:r>
            <a:endParaRPr lang="en-US" dirty="0"/>
          </a:p>
        </p:txBody>
      </p:sp>
    </p:spTree>
    <p:extLst>
      <p:ext uri="{BB962C8B-B14F-4D97-AF65-F5344CB8AC3E}">
        <p14:creationId xmlns:p14="http://schemas.microsoft.com/office/powerpoint/2010/main" val="2509249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chết thay tôi. Trong tim tôi vang khúc hát vui</a:t>
            </a:r>
            <a:endParaRPr lang="en-US" dirty="0"/>
          </a:p>
        </p:txBody>
      </p:sp>
    </p:spTree>
    <p:extLst>
      <p:ext uri="{BB962C8B-B14F-4D97-AF65-F5344CB8AC3E}">
        <p14:creationId xmlns:p14="http://schemas.microsoft.com/office/powerpoint/2010/main" val="1537811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đổ huyết tha tội. Tình Chúa đã</a:t>
            </a:r>
            <a:r>
              <a:rPr lang="en-US" baseline="0" dirty="0"/>
              <a:t> </a:t>
            </a:r>
            <a:r>
              <a:rPr lang="vi-VN" dirty="0"/>
              <a:t>cứu </a:t>
            </a:r>
            <a:br>
              <a:rPr lang="en-US" dirty="0"/>
            </a:br>
            <a:r>
              <a:rPr lang="vi-VN" dirty="0"/>
              <a:t>linh hồn tôi.</a:t>
            </a:r>
            <a:endParaRPr lang="en-US" dirty="0"/>
          </a:p>
        </p:txBody>
      </p:sp>
    </p:spTree>
    <p:extLst>
      <p:ext uri="{BB962C8B-B14F-4D97-AF65-F5344CB8AC3E}">
        <p14:creationId xmlns:p14="http://schemas.microsoft.com/office/powerpoint/2010/main" val="414459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Trong khu vườn xưa Chúa đã thiết tha: “Xin mọi sự được theo ý Cha”,</a:t>
            </a:r>
            <a:endParaRPr lang="en-US" dirty="0"/>
          </a:p>
        </p:txBody>
      </p:sp>
    </p:spTree>
    <p:extLst>
      <p:ext uri="{BB962C8B-B14F-4D97-AF65-F5344CB8AC3E}">
        <p14:creationId xmlns:p14="http://schemas.microsoft.com/office/powerpoint/2010/main" val="93833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Dòng lệ cạn khô nhưng giọt mồ hôi tê tái nhỏ xuống như huyết tươi.</a:t>
            </a:r>
            <a:endParaRPr lang="en-US" dirty="0"/>
          </a:p>
        </p:txBody>
      </p:sp>
    </p:spTree>
    <p:extLst>
      <p:ext uri="{BB962C8B-B14F-4D97-AF65-F5344CB8AC3E}">
        <p14:creationId xmlns:p14="http://schemas.microsoft.com/office/powerpoint/2010/main" val="2778786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chết thay tôi. Trong tim tôi vang khúc hát vui</a:t>
            </a:r>
            <a:endParaRPr lang="en-US" dirty="0"/>
          </a:p>
        </p:txBody>
      </p:sp>
    </p:spTree>
    <p:extLst>
      <p:ext uri="{BB962C8B-B14F-4D97-AF65-F5344CB8AC3E}">
        <p14:creationId xmlns:p14="http://schemas.microsoft.com/office/powerpoint/2010/main" val="93203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đổ huyết tha tội. Tình Chúa đã</a:t>
            </a:r>
            <a:r>
              <a:rPr lang="en-US" baseline="0" dirty="0"/>
              <a:t> </a:t>
            </a:r>
            <a:r>
              <a:rPr lang="vi-VN" dirty="0"/>
              <a:t>cứu </a:t>
            </a:r>
            <a:br>
              <a:rPr lang="en-US" dirty="0"/>
            </a:br>
            <a:r>
              <a:rPr lang="vi-VN" dirty="0"/>
              <a:t>linh hồn tôi.</a:t>
            </a:r>
            <a:endParaRPr lang="en-US" dirty="0"/>
          </a:p>
        </p:txBody>
      </p:sp>
    </p:spTree>
    <p:extLst>
      <p:ext uri="{BB962C8B-B14F-4D97-AF65-F5344CB8AC3E}">
        <p14:creationId xmlns:p14="http://schemas.microsoft.com/office/powerpoint/2010/main" val="3949071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Bao nhiêu tội tôi cùng muôn nỗi sầu, riêng một mình Ngài mang đớn đau.</a:t>
            </a:r>
            <a:endParaRPr lang="en-US" dirty="0"/>
          </a:p>
        </p:txBody>
      </p:sp>
    </p:spTree>
    <p:extLst>
      <p:ext uri="{BB962C8B-B14F-4D97-AF65-F5344CB8AC3E}">
        <p14:creationId xmlns:p14="http://schemas.microsoft.com/office/powerpoint/2010/main" val="1899605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Chịu nhục hình thay cho mọi tội nhân, thương xót xóa hết bao lỗi lầm.</a:t>
            </a:r>
            <a:endParaRPr lang="en-US" dirty="0"/>
          </a:p>
        </p:txBody>
      </p:sp>
    </p:spTree>
    <p:extLst>
      <p:ext uri="{BB962C8B-B14F-4D97-AF65-F5344CB8AC3E}">
        <p14:creationId xmlns:p14="http://schemas.microsoft.com/office/powerpoint/2010/main" val="45138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chết thay tôi. Trong tim tôi vang khúc hát vui</a:t>
            </a:r>
            <a:endParaRPr lang="en-US" dirty="0"/>
          </a:p>
        </p:txBody>
      </p:sp>
    </p:spTree>
    <p:extLst>
      <p:ext uri="{BB962C8B-B14F-4D97-AF65-F5344CB8AC3E}">
        <p14:creationId xmlns:p14="http://schemas.microsoft.com/office/powerpoint/2010/main" val="870969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đổ huyết tha tội. Tình Chúa đã</a:t>
            </a:r>
            <a:r>
              <a:rPr lang="en-US" baseline="0" dirty="0"/>
              <a:t> </a:t>
            </a:r>
            <a:r>
              <a:rPr lang="vi-VN" dirty="0"/>
              <a:t>cứu </a:t>
            </a:r>
            <a:br>
              <a:rPr lang="en-US" dirty="0"/>
            </a:br>
            <a:r>
              <a:rPr lang="vi-VN" dirty="0"/>
              <a:t>linh hồn tôi.</a:t>
            </a:r>
            <a:endParaRPr lang="en-US" dirty="0"/>
          </a:p>
        </p:txBody>
      </p:sp>
    </p:spTree>
    <p:extLst>
      <p:ext uri="{BB962C8B-B14F-4D97-AF65-F5344CB8AC3E}">
        <p14:creationId xmlns:p14="http://schemas.microsoft.com/office/powerpoint/2010/main" val="463317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Mai đây từ trời Ngài sẽ tái lâm. Ôi! Một ngày lòng vui chứa chan.</a:t>
            </a:r>
            <a:endParaRPr lang="en-US" dirty="0"/>
          </a:p>
        </p:txBody>
      </p:sp>
    </p:spTree>
    <p:extLst>
      <p:ext uri="{BB962C8B-B14F-4D97-AF65-F5344CB8AC3E}">
        <p14:creationId xmlns:p14="http://schemas.microsoft.com/office/powerpoint/2010/main" val="3919786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Nhìn mặt Ngài vinh quang thiên đàng soi, dân thánh hát khúc ca muôn đời.</a:t>
            </a:r>
            <a:endParaRPr lang="en-US" dirty="0"/>
          </a:p>
        </p:txBody>
      </p:sp>
    </p:spTree>
    <p:extLst>
      <p:ext uri="{BB962C8B-B14F-4D97-AF65-F5344CB8AC3E}">
        <p14:creationId xmlns:p14="http://schemas.microsoft.com/office/powerpoint/2010/main" val="1103515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chết thay tôi. Trong tim tôi vang khúc hát vui</a:t>
            </a:r>
            <a:endParaRPr lang="en-US" dirty="0"/>
          </a:p>
        </p:txBody>
      </p:sp>
    </p:spTree>
    <p:extLst>
      <p:ext uri="{BB962C8B-B14F-4D97-AF65-F5344CB8AC3E}">
        <p14:creationId xmlns:p14="http://schemas.microsoft.com/office/powerpoint/2010/main" val="693459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Chúa Đấng tuyệt vời, Chúa đổ huyết tha tội. Tình Chúa đã </a:t>
            </a:r>
            <a:br>
              <a:rPr lang="en-US" dirty="0"/>
            </a:br>
            <a:r>
              <a:rPr lang="vi-VN" dirty="0"/>
              <a:t>cứu linh hồn tôi.</a:t>
            </a:r>
            <a:endParaRPr lang="en-US" dirty="0"/>
          </a:p>
        </p:txBody>
      </p:sp>
    </p:spTree>
    <p:extLst>
      <p:ext uri="{BB962C8B-B14F-4D97-AF65-F5344CB8AC3E}">
        <p14:creationId xmlns:p14="http://schemas.microsoft.com/office/powerpoint/2010/main" val="3333689801"/>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6</TotalTime>
  <Words>279</Words>
  <Application>Microsoft Office PowerPoint</Application>
  <PresentationFormat>Widescreen</PresentationFormat>
  <Paragraphs>19</Paragraphs>
  <Slides>17</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Arial</vt:lpstr>
      <vt:lpstr>Calibri</vt:lpstr>
      <vt:lpstr>faithstocks-template-powerpoint-001</vt:lpstr>
      <vt:lpstr>Presentation1</vt:lpstr>
      <vt:lpstr>Thánh Ca 79 TÌNH THƯƠNG LỚN LAO</vt:lpstr>
      <vt:lpstr>1. Tôi nghe lòng mình ngạc nhiên biết bao, khi nhận được tình thương lớn lao.</vt:lpstr>
      <vt:lpstr>Lạ lùng vì sao Chúa yêu được tôi. Thương đến kẻ xấu xa ô tội</vt:lpstr>
      <vt:lpstr>Chúa Đấng tuyệt vời, Chúa chết thay tôi. Trong tim tôi vang khúc hát vui</vt:lpstr>
      <vt:lpstr>Chúa Đấng tuyệt vời, Chúa đổ huyết tha tội. Tình Chúa đã cứu  linh hồn tôi.</vt:lpstr>
      <vt:lpstr>2. Trong khu vườn xưa Chúa đã thiết tha: “Xin mọi sự được theo ý Cha”,</vt:lpstr>
      <vt:lpstr>Dòng lệ cạn khô nhưng giọt mồ hôi tê tái nhỏ xuống như huyết tươi.</vt:lpstr>
      <vt:lpstr>Chúa Đấng tuyệt vời, Chúa chết thay tôi. Trong tim tôi vang khúc hát vui</vt:lpstr>
      <vt:lpstr>Chúa Đấng tuyệt vời, Chúa đổ huyết tha tội. Tình Chúa đã cứu  linh hồn tôi.</vt:lpstr>
      <vt:lpstr>3. Bao nhiêu tội tôi cùng muôn nỗi sầu, riêng một mình Ngài mang đớn đau.</vt:lpstr>
      <vt:lpstr>Chịu nhục hình thay cho mọi tội nhân, thương xót xóa hết bao lỗi lầm.</vt:lpstr>
      <vt:lpstr>Chúa Đấng tuyệt vời, Chúa chết thay tôi. Trong tim tôi vang khúc hát vui</vt:lpstr>
      <vt:lpstr>Chúa Đấng tuyệt vời, Chúa đổ huyết tha tội. Tình Chúa đã cứu  linh hồn tôi.</vt:lpstr>
      <vt:lpstr>4. Mai đây từ trời Ngài sẽ tái lâm. Ôi! Một ngày lòng vui chứa chan.</vt:lpstr>
      <vt:lpstr>Nhìn mặt Ngài vinh quang thiên đàng soi, dân thánh hát khúc ca muôn đời.</vt:lpstr>
      <vt:lpstr>Chúa Đấng tuyệt vời, Chúa chết thay tôi. Trong tim tôi vang khúc hát vui</vt:lpstr>
      <vt:lpstr>Chúa Đấng tuyệt vời, Chúa đổ huyết tha tội. Tình Chúa đã  cứu linh hồn tôi.</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079 - Tình Thương Lớn Lao   Thánh Ca 79 Tình Thương Lớn Lao  1. Tôi nghe lòng mình ngạc nhiên biết bao, khi nhận được tình thương lớn lao.   Lạ lùng vì sao  Chúa yêu được tôi. Thương đến kẻ xấu xa ô tội  Chúa Đấng tuyệt vời, Chúa chết thay tôi. Trong tim tôi  vang khúc hát vui  Chúa Đấng tuyệt vời, Chúa đổ huyết tha tội. Tình Chúa đã  cứu linh hồn tôi.  2. Trong khu vườn xưa Chúa đã thiết tha: “Xin mọi sự được theo ý Cha”,   Dòng lệ cạn khô nhưng giọt mồ hôi tê tái nhỏ xuống  như huyết tươi.  Chúa Đấng tuyệt vời, Chúa chết thay tôi. Trong tim tôi  vang khúc hát vui  Chúa Đấng tuyệt vời, Chúa đổ huyết tha tội. Tình Chúa đã  cứu linh hồn tôi.  3. Bao nhiêu tội tôi cùng muôn nỗi sầu, riêng một mình Ngài mang đớn đau.   Chịu nhục hình thay cho mọi tội nhân, thương xót xóa hết bao lỗi lầm.  Chúa Đấng tuyệt vời, Chúa chết thay tôi. Trong tim tôi  vang khúc hát vui  Chúa Đấng tuyệt vời, Chúa đổ huyết tha tội. Tình Chúa đã  cứu linh hồn tôi.  Thánh Ca 79 Tình Thương Lớn Lao  4. Mai đây từ trời Ngài sẽ tái lâm. Ôi! Một ngày  lòng vui chứa chan.   Nhìn mặt Ngài vinh quang thiên đàng soi, dân thánh hát khúc ca muôn đời.   Chúa Đấng tuyệt vời, Chúa chết thay tôi. Trong tim tôi  vang khúc hát vui  Chúa Đấng tuyệt vời, Chúa đổ huyết tha tội. Tình Chúa đã  cứu linh hồn tôi.</dc:title>
  <dc:creator>Phan Minh Vinh An; An Phan</dc:creator>
  <cp:lastModifiedBy>Phan Minh Vinh An</cp:lastModifiedBy>
  <cp:revision>5</cp:revision>
  <dcterms:created xsi:type="dcterms:W3CDTF">2018-01-21T23:59:19Z</dcterms:created>
  <dcterms:modified xsi:type="dcterms:W3CDTF">2018-11-03T07:07:46Z</dcterms:modified>
</cp:coreProperties>
</file>