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59" autoAdjust="0"/>
    <p:restoredTop sz="86477" autoAdjust="0"/>
  </p:normalViewPr>
  <p:slideViewPr>
    <p:cSldViewPr snapToGrid="0">
      <p:cViewPr varScale="1">
        <p:scale>
          <a:sx n="99" d="100"/>
          <a:sy n="99" d="100"/>
        </p:scale>
        <p:origin x="23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180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846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625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56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386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340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92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6132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09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6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55</a:t>
            </a:r>
            <a:br>
              <a:rPr lang="en-US" dirty="0"/>
            </a:br>
            <a:r>
              <a:rPr lang="en-US" dirty="0"/>
              <a:t>HỠI MÔN ĐỒ </a:t>
            </a:r>
            <a:br>
              <a:rPr lang="en-US" dirty="0"/>
            </a:br>
            <a:r>
              <a:rPr lang="en-US" dirty="0"/>
              <a:t>TRUNG TÍN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vi-VN" dirty="0"/>
              <a:t>Hỡi môn đồ trung tín, dìu dắt nhau vui hát du dương, vô nơi Bết-lê-hem chiêm ngưỡng thật </a:t>
            </a:r>
            <a:br>
              <a:rPr lang="en-US" dirty="0"/>
            </a:br>
            <a:r>
              <a:rPr lang="vi-VN" dirty="0"/>
              <a:t>tận tường.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70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Chúa tể muôn sứ thánh nay giáng sinh chỗ </a:t>
            </a:r>
            <a:br>
              <a:rPr lang="en-US" dirty="0"/>
            </a:br>
            <a:r>
              <a:rPr lang="vi-VN" dirty="0"/>
              <a:t>tầm thường.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70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Mau mau cùng nhau đến tôn thờ. Mau mau cùng nhau đến tôn thờ. Mau đến nơi đây tôn thờ Chúa Christ, Vua 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859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2. Jêsus từ Đức Chúa Trời, Thánh quang do chính Thánh quang, nhưng đâu khinh thị thân trinh nữ kia bần hàn.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48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Cứu Chúa nay giáng sinh không bởi tinh huyết thành toàn.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758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Mau mau cùng nhau đến tôn thờ. Mau mau cùng nhau đến tôn thờ. Mau đến nơi đây tôn thờ Chúa Christ, Vua 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49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3. Ban âm nhạc thiên sứ đều trổi vang lên khúc hân hoan,</a:t>
            </a:r>
            <a:r>
              <a:rPr lang="en-US" dirty="0"/>
              <a:t> </a:t>
            </a:r>
            <a:r>
              <a:rPr lang="vi-VN" dirty="0"/>
              <a:t>thiên dân mau đồng thanh ca xướng điệu </a:t>
            </a:r>
            <a:br>
              <a:rPr lang="en-US" dirty="0"/>
            </a:br>
            <a:r>
              <a:rPr lang="vi-VN" dirty="0"/>
              <a:t>nhịp nhàng.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201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Sáng danh Cha nơi cao, vinh hiển quy Chúa </a:t>
            </a:r>
            <a:br>
              <a:rPr lang="en-US" dirty="0"/>
            </a:br>
            <a:r>
              <a:rPr lang="vi-VN" dirty="0"/>
              <a:t>mọi đàng!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532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Mau mau cùng nhau đến tôn thờ. Mau mau cùng nhau đến tôn thờ. Mau đến nơi đây tôn thờ Chúa Christ, Vua 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815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4. Hoan nghinh Thần nhân Jêsus giáng sinh ở giữa chúng tôi, bao vinh quang thuộc Anh Nhi thánh kia đời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34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Đấng Cha sai giáng sinh,</a:t>
            </a:r>
            <a:r>
              <a:rPr lang="en-US" dirty="0"/>
              <a:t> </a:t>
            </a:r>
            <a:r>
              <a:rPr lang="vi-VN" dirty="0"/>
              <a:t>trong xác thịt ấy</a:t>
            </a:r>
            <a:br>
              <a:rPr lang="en-US" dirty="0"/>
            </a:br>
            <a:r>
              <a:rPr lang="vi-VN" dirty="0"/>
              <a:t> Đạo Trời.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341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Mau mau cùng nhau đến tôn thờ. Mau mau cùng nhau đến tôn thờ. Mau đến nơi đây tôn thờ Chúa Christ, Vua 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01573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4</TotalTime>
  <Words>252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faithstocks-template-powerpoint-001</vt:lpstr>
      <vt:lpstr>Presentation1</vt:lpstr>
      <vt:lpstr>Thánh Ca 55 HỠI MÔN ĐỒ  TRUNG TÍN</vt:lpstr>
      <vt:lpstr>1. Hỡi môn đồ trung tín, dìu dắt nhau vui hát du dương, vô nơi Bết-lê-hem chiêm ngưỡng thật  tận tường.</vt:lpstr>
      <vt:lpstr>Chúa tể muôn sứ thánh nay giáng sinh chỗ  tầm thường. </vt:lpstr>
      <vt:lpstr>Mau mau cùng nhau đến tôn thờ. Mau mau cùng nhau đến tôn thờ. Mau đến nơi đây tôn thờ Chúa Christ, Vua ta.</vt:lpstr>
      <vt:lpstr>2. Jêsus từ Đức Chúa Trời, Thánh quang do chính Thánh quang, nhưng đâu khinh thị thân trinh nữ kia bần hàn. </vt:lpstr>
      <vt:lpstr>Cứu Chúa nay giáng sinh không bởi tinh huyết thành toàn.</vt:lpstr>
      <vt:lpstr>Mau mau cùng nhau đến tôn thờ. Mau mau cùng nhau đến tôn thờ. Mau đến nơi đây tôn thờ Chúa Christ, Vua ta.</vt:lpstr>
      <vt:lpstr>3. Ban âm nhạc thiên sứ đều trổi vang lên khúc hân hoan, thiên dân mau đồng thanh ca xướng điệu  nhịp nhàng. </vt:lpstr>
      <vt:lpstr>Sáng danh Cha nơi cao, vinh hiển quy Chúa  mọi đàng!</vt:lpstr>
      <vt:lpstr>Mau mau cùng nhau đến tôn thờ. Mau mau cùng nhau đến tôn thờ. Mau đến nơi đây tôn thờ Chúa Christ, Vua ta.</vt:lpstr>
      <vt:lpstr>4. Hoan nghinh Thần nhân Jêsus giáng sinh ở giữa chúng tôi, bao vinh quang thuộc Anh Nhi thánh kia đời đời. </vt:lpstr>
      <vt:lpstr>Đấng Cha sai giáng sinh, trong xác thịt ấy  Đạo Trời.</vt:lpstr>
      <vt:lpstr>Mau mau cùng nhau đến tôn thờ. Mau mau cùng nhau đến tôn thờ. Mau đến nơi đây tôn thờ Chúa Christ, Vua ta.</vt:lpstr>
    </vt:vector>
  </TitlesOfParts>
  <Company>ASI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55 HỠI MÔN ĐỒ  TRUNG TÍN</dc:title>
  <dc:creator>Phan Minh Vinh An; An Phan</dc:creator>
  <cp:lastModifiedBy>Phan Minh Vinh An</cp:lastModifiedBy>
  <cp:revision>3</cp:revision>
  <dcterms:created xsi:type="dcterms:W3CDTF">2018-01-21T12:30:49Z</dcterms:created>
  <dcterms:modified xsi:type="dcterms:W3CDTF">2018-11-03T07:04:57Z</dcterms:modified>
</cp:coreProperties>
</file>