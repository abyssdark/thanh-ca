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70" r:id="rId14"/>
    <p:sldId id="263" r:id="rId15"/>
    <p:sldId id="271" r:id="rId16"/>
    <p:sldId id="264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59" autoAdjust="0"/>
    <p:restoredTop sz="86477" autoAdjust="0"/>
  </p:normalViewPr>
  <p:slideViewPr>
    <p:cSldViewPr snapToGrid="0">
      <p:cViewPr varScale="1">
        <p:scale>
          <a:sx n="59" d="100"/>
          <a:sy n="59" d="100"/>
        </p:scale>
        <p:origin x="-258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8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Thánh Ca 60</a:t>
            </a:r>
          </a:p>
          <a:p>
            <a:r>
              <a:rPr lang="vi-VN" dirty="0" smtClean="0"/>
              <a:t>THOẠT ĐẾN ĐÊM NỌ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97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vi-VN" dirty="0" smtClean="0"/>
              <a:t>Thoạt đến xưa lúc yên tịnh đêm nọ, rực rỡ thiên sứ giáng lâm.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67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 smtClean="0"/>
              <a:t>Dạo khúc trầm bổng giai điệu ly kỳ, thần binh ca xướng</a:t>
            </a:r>
            <a:r>
              <a:rPr lang="en-US" dirty="0" smtClean="0"/>
              <a:t> </a:t>
            </a:r>
            <a:r>
              <a:rPr lang="vi-VN" dirty="0" smtClean="0"/>
              <a:t>hòa âm;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1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Khắp đất bình hòa, người người hạnh phước, bởi Vua thiên quốc nhân hòa,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88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</a:t>
            </a:r>
            <a:r>
              <a:rPr lang="vi-VN" dirty="0" smtClean="0"/>
              <a:t>hật chốn trần bấy giờ tịnh dường nào, lặng nghe thiên sứ tụng ca.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287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2. Rợp đất thiên sứ bay lượn nhẹ nhàng, rực rỡ giương cánh thái 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14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Nhạc thánh kìa tiếng còn dội vang rền, tận nơi nhân thế sầu than;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080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Ấy chốn hèn hạ tại miền nhân gian, sứ thánh cung kính bay là.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850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 Tại chốn đầy tiếng Ba-bên ồn ào. Họ vui reo tiếng đồng ca.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79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3. Vậy ớ ai gánh ưu lự nặng nề, lại nỗi thân thế mỏng manh.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179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Lội suối lần dốc, trèo đèo, băng ngàn, nhọc công khôn lướt dặm quanh.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48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Kíp kíp nhìn lại giờ vàng thoi đưa, đến ớ ai hãy mau mà.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43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Bạn khá dừng bước khổ trình quay đầu, đặng nghe thiên sứ tụng ca.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058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4. Nghiệm đúng thi bá xưa dự ngôn rồi, thật cảnh kia hẳn</a:t>
            </a:r>
            <a:r>
              <a:rPr lang="en-US" dirty="0" smtClean="0"/>
              <a:t> </a:t>
            </a:r>
            <a:r>
              <a:rPr lang="vi-VN" dirty="0" smtClean="0"/>
              <a:t>đến mau;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979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Lẹ bấy ngày tháng vùn vụt qua kìa, độ xuân thiên có chậm đâu;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956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Lúc ấy thật thạnh thời hoàng kim thay, chói lói trên cả muôn loài,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068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r>
              <a:rPr lang="vi-VN" dirty="0" smtClean="0"/>
              <a:t>ậy đất cùng đáp hòa lại rập ràng, giọng ca thiên sứ hùng oai.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69658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276</Words>
  <Application>Microsoft Office PowerPoint</Application>
  <PresentationFormat>Custom</PresentationFormat>
  <Paragraphs>18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faithstocks-template-powerpoint-001</vt:lpstr>
      <vt:lpstr>Thánh Ca 60 THOẠT ĐẾN ĐÊM NỌ</vt:lpstr>
      <vt:lpstr>1. Thoạt đến xưa lúc yên tịnh đêm nọ, rực rỡ thiên sứ giáng lâm.</vt:lpstr>
      <vt:lpstr>Dạo khúc trầm bổng giai điệu ly kỳ, thần binh ca xướng hòa âm; </vt:lpstr>
      <vt:lpstr>Khắp đất bình hòa, người người hạnh phước, bởi Vua thiên quốc nhân hòa, </vt:lpstr>
      <vt:lpstr>Thật chốn trần bấy giờ tịnh dường nào, lặng nghe thiên sứ tụng ca. </vt:lpstr>
      <vt:lpstr>2. Rợp đất thiên sứ bay lượn nhẹ nhàng, rực rỡ giương cánh thái an.</vt:lpstr>
      <vt:lpstr>Nhạc thánh kìa tiếng còn dội vang rền, tận nơi nhân thế sầu than; </vt:lpstr>
      <vt:lpstr>Ấy chốn hèn hạ tại miền nhân gian, sứ thánh cung kính bay là.</vt:lpstr>
      <vt:lpstr> Tại chốn đầy tiếng Ba-bên ồn ào. Họ vui reo tiếng đồng ca.</vt:lpstr>
      <vt:lpstr>3. Vậy ớ ai gánh ưu lự nặng nề, lại nỗi thân thế mỏng manh. </vt:lpstr>
      <vt:lpstr>Lội suối lần dốc, trèo đèo, băng ngàn, nhọc công khôn lướt dặm quanh. </vt:lpstr>
      <vt:lpstr>Kíp kíp nhìn lại giờ vàng thoi đưa, đến ớ ai hãy mau mà. </vt:lpstr>
      <vt:lpstr>Bạn khá dừng bước khổ trình quay đầu, đặng nghe thiên sứ tụng ca.</vt:lpstr>
      <vt:lpstr>4. Nghiệm đúng thi bá xưa dự ngôn rồi, thật cảnh kia hẳn đến mau;</vt:lpstr>
      <vt:lpstr>Lẹ bấy ngày tháng vùn vụt qua kìa, độ xuân thiên có chậm đâu; </vt:lpstr>
      <vt:lpstr>Lúc ấy thật thạnh thời hoàng kim thay, chói lói trên cả muôn loài, </vt:lpstr>
      <vt:lpstr>Dậy đất cùng đáp hòa lại rập ràng, giọng ca thiên sứ hùng oai.</vt:lpstr>
    </vt:vector>
  </TitlesOfParts>
  <Company>ASI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60 THOẠT ĐẾN ĐÊM NỌ</dc:title>
  <dc:creator>Phan Minh Vinh An; An Phan</dc:creator>
  <cp:lastModifiedBy>An Phan</cp:lastModifiedBy>
  <cp:revision>1</cp:revision>
  <dcterms:created xsi:type="dcterms:W3CDTF">2018-01-21T12:51:54Z</dcterms:created>
  <dcterms:modified xsi:type="dcterms:W3CDTF">2018-01-21T12:55:16Z</dcterms:modified>
</cp:coreProperties>
</file>