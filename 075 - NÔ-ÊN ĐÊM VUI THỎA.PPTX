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59" autoAdjust="0"/>
    <p:restoredTop sz="86477" autoAdjust="0"/>
  </p:normalViewPr>
  <p:slideViewPr>
    <p:cSldViewPr snapToGrid="0">
      <p:cViewPr varScale="1">
        <p:scale>
          <a:sx n="99" d="100"/>
          <a:sy n="99" d="100"/>
        </p:scale>
        <p:origin x="23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33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42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73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4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750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61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577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81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415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36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3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9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75</a:t>
            </a:r>
          </a:p>
          <a:p>
            <a:r>
              <a:rPr lang="vi-VN" dirty="0"/>
              <a:t>NÔ-ÊN ĐÊM VUI THỎA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7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Nơi Bết-lê-hem trong Giu-đa, Canh khuya</a:t>
            </a:r>
            <a:r>
              <a:rPr lang="en-US" dirty="0"/>
              <a:t> </a:t>
            </a:r>
            <a:r>
              <a:rPr lang="vi-VN" dirty="0"/>
              <a:t>Chúa Jêsus sanh ra;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3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Bỏ nơi thiên đàng ngôi quang vinh, Chúa đã lâm trần cứu dân mình.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3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Nô-ên đêm vui thỏa, Jêsus tìm kiếm ta, Nô-ên đêm vui thỏa, Ấy đêm hạnh phước muôn nhà.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96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Xưa thiên binh cùng nhau hân hoan, Cao rao phước âm cho nhân gian;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53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Nay ta rao truyền tin Christ sinh, Để thế gian nhận biết Vua mình.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59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Nô-ên đêm vui thỏa, Jêsus tìm kiếm ta, Nô-ên đêm vui thỏa, Ấy đêm hạnh phước muôn nhà.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841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Thiếu nhi ta cùng nhau ca lên, Hân hoan nhóm quanh cây Nô-ên,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89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Nhắc nhau câu chuyện Jêsus sinh, Để chết trên thập giá thay mình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1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Nô-ên đêm vui thỏa, Jêsus tìm kiếm ta, Nô-ên đêm vui thỏa, Ấy đêm hạnh phước muôn nhà.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0569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</TotalTime>
  <Words>168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faithstocks-template-powerpoint-001</vt:lpstr>
      <vt:lpstr>Presentation1</vt:lpstr>
      <vt:lpstr>Thánh Ca 75 NÔ-ÊN ĐÊM VUI THỎA</vt:lpstr>
      <vt:lpstr>1. Nơi Bết-lê-hem trong Giu-đa, Canh khuya Chúa Jêsus sanh ra; </vt:lpstr>
      <vt:lpstr>Bỏ nơi thiên đàng ngôi quang vinh, Chúa đã lâm trần cứu dân mình.</vt:lpstr>
      <vt:lpstr>Nô-ên đêm vui thỏa, Jêsus tìm kiếm ta, Nô-ên đêm vui thỏa, Ấy đêm hạnh phước muôn nhà.</vt:lpstr>
      <vt:lpstr>2. Xưa thiên binh cùng nhau hân hoan, Cao rao phước âm cho nhân gian; </vt:lpstr>
      <vt:lpstr>Nay ta rao truyền tin Christ sinh, Để thế gian nhận biết Vua mình.</vt:lpstr>
      <vt:lpstr>Nô-ên đêm vui thỏa, Jêsus tìm kiếm ta, Nô-ên đêm vui thỏa, Ấy đêm hạnh phước muôn nhà.</vt:lpstr>
      <vt:lpstr>3. Thiếu nhi ta cùng nhau ca lên, Hân hoan nhóm quanh cây Nô-ên,</vt:lpstr>
      <vt:lpstr>Nhắc nhau câu chuyện Jêsus sinh, Để chết trên thập giá thay mình</vt:lpstr>
      <vt:lpstr>Nô-ên đêm vui thỏa, Jêsus tìm kiếm ta, Nô-ên đêm vui thỏa, Ấy đêm hạnh phước muôn nhà.</vt:lpstr>
    </vt:vector>
  </TitlesOfParts>
  <Company>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TC 075 - Nô-ên Đêm Vui Thỏa   Thánh Ca 75 Nô-ên Đêm Vui Thỏa  1. Nơi Bết-lê-hem trong  Giu-đa, Canh khuya  Chúa Jêsus sanh ra;   Bỏ nơi thiên đàng ngôi quang vinh, Chúa đã lâm trần  cứu dân mình.  Nô-ên đêm vui thỏa, Jêsus tìm kiếm ta, Nô-ên đêm vui thỏa, Ấy đêm hạnh phước muôn nhà.  2. Xưa thiên binh cùng nhau hân hoan, Cao rao phước âm cho nhân gian;   Nay ta rao truyền tin Christ sinh, Để thế gian  nhận biết Vua mình.  Nô-ên đêm vui thỏa, Jêsus tìm kiếm ta, Nô-ên đêm vui thỏa, Ấy đêm hạnh phước muôn nhà.  Thánh Ca 75 Nô-ên Đêm Vui Thỏa  3. Thiếu nhi ta cùng nhau ca lên, Hân hoan nhóm quanh cây Nô-ên,   Nhắc nhau câu chuyện Jêsus sinh, Để chết trên thập giá thay mình  Nô-ên đêm vui thỏa, Jêsus tìm kiếm ta, Nô-ên đêm vui thỏa, Ấy đêm hạnh phước muôn nhà.</dc:title>
  <dc:creator>Phan Minh Vinh An; An Phan</dc:creator>
  <cp:lastModifiedBy>Phan Minh Vinh An</cp:lastModifiedBy>
  <cp:revision>5</cp:revision>
  <dcterms:created xsi:type="dcterms:W3CDTF">2018-01-21T23:41:56Z</dcterms:created>
  <dcterms:modified xsi:type="dcterms:W3CDTF">2018-11-03T07:08:36Z</dcterms:modified>
</cp:coreProperties>
</file>