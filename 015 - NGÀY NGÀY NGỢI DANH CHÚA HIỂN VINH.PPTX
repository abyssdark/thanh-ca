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60" r:id="rId5"/>
    <p:sldId id="261" r:id="rId6"/>
    <p:sldId id="262" r:id="rId7"/>
    <p:sldId id="263" r:id="rId8"/>
    <p:sldId id="264" r:id="rId9"/>
    <p:sldId id="270" r:id="rId10"/>
    <p:sldId id="271" r:id="rId11"/>
    <p:sldId id="259" r:id="rId12"/>
    <p:sldId id="267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072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214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283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066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571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667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695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6457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109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30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579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27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15</a:t>
            </a:r>
            <a:br>
              <a:rPr lang="en-US" dirty="0"/>
            </a:br>
            <a:r>
              <a:rPr lang="en-US" dirty="0"/>
              <a:t>NGÀY </a:t>
            </a:r>
            <a:r>
              <a:rPr lang="en-US" dirty="0" err="1"/>
              <a:t>NGÀY</a:t>
            </a:r>
            <a:r>
              <a:rPr lang="en-US" dirty="0"/>
              <a:t> NGỢI DANH CHÚA HIỂN VINH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Ngày </a:t>
            </a:r>
            <a:r>
              <a:rPr lang="vi-VN" dirty="0"/>
              <a:t>ngày ngợi danh Chúa hiển vinh hoài,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báo cáo Tin Lành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muôn thu.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250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Về lòng yêu thương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bể thẳm sông dài,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Khiến mọi người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biết Jêsus.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963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Mỗi phút quyết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tụng mỹ 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Mỗi phút quyết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tụng mỹ Jêsus;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949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Ngày ngày đêm đêm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tán mỹ 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Mãi ca xướng danh Jêsus.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692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Nhờ cậy ơn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Christ cứu rỗi chu toàn, Nhứt sanh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nguyện làm tôi trung,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62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Dặn lòng luôn luôn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quyết tín trăm đàng,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Chắc chắn được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đến thiên cung.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241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Mỗi phút quyết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tụng mỹ 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Mỗi phút quyết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tụng mỹ Jêsus;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078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Ngày ngày đêm đêm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tán mỹ 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Mãi ca xướng danh Jêsus.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918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175" indent="3175">
              <a:buAutoNum type="arabicPeriod" startAt="3"/>
            </a:pPr>
            <a:r>
              <a:rPr lang="vi-VN" dirty="0"/>
              <a:t>Thần huệ ban cho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bởi Thánh Linh Ngài,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Sức thêm lòng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được hân hoan.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098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Một dạ khăng khăng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cứ bước theo hoài,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đưa vào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chốn vĩnh an.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456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Mỗi phút quyết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tụng mỹ 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Mỗi phút quyết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tụng mỹ Jêsus;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078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Ngày ngày đêm đêm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tán mỹ 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Mãi ca xướng danh Jêsus.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918834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6</TotalTime>
  <Words>56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faithstocks-template-powerpoint-001</vt:lpstr>
      <vt:lpstr>Presentation1</vt:lpstr>
      <vt:lpstr>Thánh Ca 15 NGÀY NGÀY NGỢI DANH CHÚA HIỂN VINH</vt:lpstr>
      <vt:lpstr>1. Ngày ngày ngợi danh Chúa hiển vinh hoài, báo cáo Tin Lành muôn thu.</vt:lpstr>
      <vt:lpstr>Về lòng yêu thương bể thẳm sông dài, Khiến mọi người biết Jêsus. </vt:lpstr>
      <vt:lpstr>Mỗi phút quyết tụng mỹ Jêsus, Mỗi phút quyết tụng mỹ Jêsus; </vt:lpstr>
      <vt:lpstr>Ngày ngày đêm đêm tán mỹ Jêsus, Mãi ca xướng danh Jêsus. </vt:lpstr>
      <vt:lpstr>2. Nhờ cậy ơn Christ cứu rỗi chu toàn, Nhứt sanh nguyện làm tôi trung, </vt:lpstr>
      <vt:lpstr>Dặn lòng luôn luôn quyết tín trăm đàng, Chắc chắn được đến thiên cung. </vt:lpstr>
      <vt:lpstr>Mỗi phút quyết tụng mỹ Jêsus, Mỗi phút quyết tụng mỹ Jêsus; </vt:lpstr>
      <vt:lpstr>Ngày ngày đêm đêm tán mỹ Jêsus, Mãi ca xướng danh Jêsus. </vt:lpstr>
      <vt:lpstr>Thần huệ ban cho bởi Thánh Linh Ngài, Sức thêm lòng được hân hoan.</vt:lpstr>
      <vt:lpstr>Một dạ khăng khăng cứ bước theo hoài, Chúa đưa vào chốn vĩnh an. </vt:lpstr>
      <vt:lpstr>Mỗi phút quyết tụng mỹ Jêsus, Mỗi phút quyết tụng mỹ Jêsus; </vt:lpstr>
      <vt:lpstr>Ngày ngày đêm đêm tán mỹ Jêsus, Mãi ca xướng danh Jêsus.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15 Ngày Ngày Ngợi Danh Chúa Hiển Vinh</dc:title>
  <dc:creator>Phan Minh Vinh An; KIETTTSE62520</dc:creator>
  <cp:lastModifiedBy>An Phan</cp:lastModifiedBy>
  <cp:revision>6</cp:revision>
  <dcterms:created xsi:type="dcterms:W3CDTF">2018-01-22T16:11:31Z</dcterms:created>
  <dcterms:modified xsi:type="dcterms:W3CDTF">2018-11-08T04:12:27Z</dcterms:modified>
</cp:coreProperties>
</file>