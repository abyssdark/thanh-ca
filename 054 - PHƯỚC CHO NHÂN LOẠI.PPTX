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96349" autoAdjust="0"/>
  </p:normalViewPr>
  <p:slideViewPr>
    <p:cSldViewPr snapToGrid="0">
      <p:cViewPr varScale="1">
        <p:scale>
          <a:sx n="38" d="100"/>
          <a:sy n="38" d="100"/>
        </p:scale>
        <p:origin x="-126" y="-7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xmlns="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54</a:t>
            </a:r>
            <a:br>
              <a:rPr lang="vi-VN" dirty="0"/>
            </a:br>
            <a:r>
              <a:rPr lang="vi-VN" dirty="0"/>
              <a:t>PHƯỚC </a:t>
            </a:r>
            <a:r>
              <a:rPr lang="vi-VN" dirty="0" smtClean="0"/>
              <a:t>CHO</a:t>
            </a:r>
            <a:r>
              <a:rPr lang="en-US" smtClean="0"/>
              <a:t/>
            </a:r>
            <a:br>
              <a:rPr lang="en-US" smtClean="0"/>
            </a:br>
            <a:r>
              <a:rPr lang="vi-VN" smtClean="0"/>
              <a:t>NHÂN </a:t>
            </a:r>
            <a:r>
              <a:rPr lang="vi-VN"/>
              <a:t>LOẠI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4F506F-5249-458E-BB6B-856D4818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vi-VN" dirty="0"/>
              <a:t>Phước cho nhân loại! Chúa ta ra đời! Trần gian nghinh Vua vô đối. Kíp mở cửa lòng tiếp rước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Con </a:t>
            </a:r>
            <a:r>
              <a:rPr lang="vi-VN" dirty="0"/>
              <a:t>Trời.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9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A12B21-A62B-4CD9-8F12-74CD404A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Bầu trời vạn vật hòa thinh. Bầu trời vạn vật hòa thinh. Trời đất xướng ca kính khen vua mình.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0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08BDED-F32D-4EEB-86FB-0AF50C09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2. Phước cho nhân loại! Chúa nay cai trị. Muôn dân âu ca hoan hỉ. Hải đảo, sơn hà trổi bản ca thi.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8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B09334-95F1-4254-83FB-5838E7F3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Đồng hòa vận điệu mừng vui. Đồng hòa vận điệu mừng vui. Hòa khúc thánh ca hỉ hân muôn đời.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9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FC21D-6031-4D9B-B6BA-936602A3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3. Chúa đến tiêu diệt ác khiên, bịnh tật. Tật lê không sanh trên đất. Chúa đến đem lại suối phước chân thật.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3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34AA5A-3D5F-4349-A6E4-7C90688E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Tràn ngập mọi vùng họa ương. Tràn ngập mọi vùng họa ương. Nguyền rủa biến ra phước </a:t>
            </a:r>
            <a:r>
              <a:rPr lang="vi-VN" dirty="0" smtClean="0"/>
              <a:t>ân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thiên </a:t>
            </a:r>
            <a:r>
              <a:rPr lang="vi-VN" dirty="0"/>
              <a:t>thượng.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8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D41D53-D32E-4D3D-85EA-0DC63E34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4. Lẽ chánh, ơn lành Chúa đem cai trị, làm cho muôn dân khai trí. Thấy rõ vinh quang chính nghĩa trị vì.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2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17B2D-BB4C-4E9A-9E73-BF7CA996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Lòng đại từ Ngài lạ thay! Lòng đại từ Ngài lạ thay! Từ ái Chúa ta cổ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kim </a:t>
            </a:r>
            <a:r>
              <a:rPr lang="vi-VN" dirty="0"/>
              <a:t>ai tày.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25814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7</TotalTime>
  <Words>198</Words>
  <Application>Microsoft Office PowerPoint</Application>
  <PresentationFormat>Custom</PresentationFormat>
  <Paragraphs>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Presentation1</vt:lpstr>
      <vt:lpstr>Thánh Ca 54 PHƯỚC CHO NHÂN LOẠI</vt:lpstr>
      <vt:lpstr>1. Phước cho nhân loại! Chúa ta ra đời! Trần gian nghinh Vua vô đối. Kíp mở cửa lòng tiếp rước  Con Trời. </vt:lpstr>
      <vt:lpstr>Bầu trời vạn vật hòa thinh. Bầu trời vạn vật hòa thinh. Trời đất xướng ca kính khen vua mình.</vt:lpstr>
      <vt:lpstr>2. Phước cho nhân loại! Chúa nay cai trị. Muôn dân âu ca hoan hỉ. Hải đảo, sơn hà trổi bản ca thi. </vt:lpstr>
      <vt:lpstr>Đồng hòa vận điệu mừng vui. Đồng hòa vận điệu mừng vui. Hòa khúc thánh ca hỉ hân muôn đời.</vt:lpstr>
      <vt:lpstr>3. Chúa đến tiêu diệt ác khiên, bịnh tật. Tật lê không sanh trên đất. Chúa đến đem lại suối phước chân thật. </vt:lpstr>
      <vt:lpstr>Tràn ngập mọi vùng họa ương. Tràn ngập mọi vùng họa ương. Nguyền rủa biến ra phước ân thiên thượng.</vt:lpstr>
      <vt:lpstr>4. Lẽ chánh, ơn lành Chúa đem cai trị, làm cho muôn dân khai trí. Thấy rõ vinh quang chính nghĩa trị vì. </vt:lpstr>
      <vt:lpstr>Lòng đại từ Ngài lạ thay! Lòng đại từ Ngài lạ thay! Từ ái Chúa ta cổ  kim ai tày.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54 PHƯỚC CHO NHÂN LOẠI</dc:title>
  <dc:creator>Phan Minh Vinh An; Hiro</dc:creator>
  <cp:lastModifiedBy>An Phan</cp:lastModifiedBy>
  <cp:revision>2</cp:revision>
  <dcterms:created xsi:type="dcterms:W3CDTF">2018-01-19T10:04:35Z</dcterms:created>
  <dcterms:modified xsi:type="dcterms:W3CDTF">2018-01-23T12:52:19Z</dcterms:modified>
</cp:coreProperties>
</file>