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60" r:id="rId2"/>
  </p:sldMasterIdLst>
  <p:sldIdLst>
    <p:sldId id="256" r:id="rId3"/>
    <p:sldId id="257" r:id="rId4"/>
    <p:sldId id="258" r:id="rId5"/>
    <p:sldId id="259" r:id="rId6"/>
    <p:sldId id="261" r:id="rId7"/>
    <p:sldId id="260" r:id="rId8"/>
    <p:sldId id="262" r:id="rId9"/>
    <p:sldId id="263" r:id="rId10"/>
    <p:sldId id="264" r:id="rId11"/>
    <p:sldId id="265"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34559" autoAdjust="0"/>
    <p:restoredTop sz="86477" autoAdjust="0"/>
  </p:normalViewPr>
  <p:slideViewPr>
    <p:cSldViewPr snapToGrid="0">
      <p:cViewPr varScale="1">
        <p:scale>
          <a:sx n="99" d="100"/>
          <a:sy n="99" d="100"/>
        </p:scale>
        <p:origin x="234" y="78"/>
      </p:cViewPr>
      <p:guideLst>
        <p:guide orient="horz" pos="2160"/>
        <p:guide pos="3840"/>
      </p:guideLst>
    </p:cSldViewPr>
  </p:slideViewPr>
  <p:outlineViewPr>
    <p:cViewPr>
      <p:scale>
        <a:sx n="33" d="100"/>
        <a:sy n="33" d="100"/>
      </p:scale>
      <p:origin x="0" y="27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7414083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997209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rgbClr val="FFFF00"/>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0381721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1033025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8244430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06567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1762486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1086616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8345382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5532033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014798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1.jpe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82673014"/>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Thánh Ca 63</a:t>
            </a:r>
          </a:p>
          <a:p>
            <a:r>
              <a:rPr lang="vi-VN" dirty="0"/>
              <a:t>KHÔNG CHỖ</a:t>
            </a:r>
            <a:br>
              <a:rPr lang="en-US" dirty="0"/>
            </a:br>
            <a:r>
              <a:rPr lang="vi-VN" dirty="0"/>
              <a:t>TRONG QUÁN</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en-US" dirty="0"/>
              <a:t>1. </a:t>
            </a:r>
            <a:r>
              <a:rPr lang="vi-VN" dirty="0"/>
              <a:t>Nào, phòng đẹp chốn sang giàu, Nào giường nệm có đâu, Sinh trong chuồng chiên đó thôi, Đầu Christ không chỗ gối; </a:t>
            </a:r>
            <a:endParaRPr lang="en-US" dirty="0"/>
          </a:p>
        </p:txBody>
      </p:sp>
    </p:spTree>
    <p:extLst>
      <p:ext uri="{BB962C8B-B14F-4D97-AF65-F5344CB8AC3E}">
        <p14:creationId xmlns:p14="http://schemas.microsoft.com/office/powerpoint/2010/main" val="2135042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a:t>Có đâu khúc ca tâu hòa, Có đâu lòng tri quá, Không vinh cảnh, chỉ bi trường, Lều hèn nào </a:t>
            </a:r>
            <a:br>
              <a:rPr lang="en-US" dirty="0"/>
            </a:br>
            <a:r>
              <a:rPr lang="vi-VN" dirty="0"/>
              <a:t>còn giường.</a:t>
            </a:r>
            <a:endParaRPr lang="en-US" dirty="0"/>
          </a:p>
        </p:txBody>
      </p:sp>
    </p:spTree>
    <p:extLst>
      <p:ext uri="{BB962C8B-B14F-4D97-AF65-F5344CB8AC3E}">
        <p14:creationId xmlns:p14="http://schemas.microsoft.com/office/powerpoint/2010/main" val="2702566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a:t>Ấy khéo không chỗ cho Ngài đấy, Kíp hoan nghinh Chúa hôm nay, </a:t>
            </a:r>
            <a:endParaRPr lang="en-US" dirty="0"/>
          </a:p>
        </p:txBody>
      </p:sp>
    </p:spTree>
    <p:extLst>
      <p:ext uri="{BB962C8B-B14F-4D97-AF65-F5344CB8AC3E}">
        <p14:creationId xmlns:p14="http://schemas.microsoft.com/office/powerpoint/2010/main" val="3756268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Kẻo đến thiên môn nghe lời thẹn bấy: “Không nơi nào thuộc ngươi đây!”</a:t>
            </a:r>
            <a:endParaRPr lang="en-US" dirty="0"/>
          </a:p>
        </p:txBody>
      </p:sp>
    </p:spTree>
    <p:extLst>
      <p:ext uri="{BB962C8B-B14F-4D97-AF65-F5344CB8AC3E}">
        <p14:creationId xmlns:p14="http://schemas.microsoft.com/office/powerpoint/2010/main" val="3122878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2. Nào, người vì Chúa dâng mình, Hầu giờ Ngài giáng sinh, Ai khiêm nhường đâu thấy đây, Đạo tâm ai sẵn đấy; </a:t>
            </a:r>
            <a:endParaRPr lang="en-US" dirty="0"/>
          </a:p>
        </p:txBody>
      </p:sp>
    </p:spTree>
    <p:extLst>
      <p:ext uri="{BB962C8B-B14F-4D97-AF65-F5344CB8AC3E}">
        <p14:creationId xmlns:p14="http://schemas.microsoft.com/office/powerpoint/2010/main" val="3352119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Mấy ai khóc than tội mình, Khát khao về Con Thánh, Ai mong ơn Chúa thiên đường, Lều hèn nào còn giường.</a:t>
            </a:r>
            <a:endParaRPr lang="en-US" dirty="0"/>
          </a:p>
        </p:txBody>
      </p:sp>
    </p:spTree>
    <p:extLst>
      <p:ext uri="{BB962C8B-B14F-4D97-AF65-F5344CB8AC3E}">
        <p14:creationId xmlns:p14="http://schemas.microsoft.com/office/powerpoint/2010/main" val="1897075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Ấy khéo không chỗ cho Ngài đấy, Kíp hoan nghinh Chúa hôm nay, </a:t>
            </a:r>
            <a:endParaRPr lang="en-US" dirty="0"/>
          </a:p>
        </p:txBody>
      </p:sp>
    </p:spTree>
    <p:extLst>
      <p:ext uri="{BB962C8B-B14F-4D97-AF65-F5344CB8AC3E}">
        <p14:creationId xmlns:p14="http://schemas.microsoft.com/office/powerpoint/2010/main" val="3276777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Kẻo đến thiên môn nghe lời thẹn bấy: “Không nơi nào thuộc ngươi đây!”</a:t>
            </a:r>
            <a:endParaRPr lang="en-US" dirty="0"/>
          </a:p>
        </p:txBody>
      </p:sp>
    </p:spTree>
    <p:extLst>
      <p:ext uri="{BB962C8B-B14F-4D97-AF65-F5344CB8AC3E}">
        <p14:creationId xmlns:p14="http://schemas.microsoft.com/office/powerpoint/2010/main" val="454415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3. Nào, người nhận biết Vua mình, Nào người chịu tiếp nghinh, Hoa tươi, dầu thơm có nao, Rặc thanh đao mũi giáo;</a:t>
            </a:r>
            <a:endParaRPr lang="en-US" dirty="0"/>
          </a:p>
        </p:txBody>
      </p:sp>
    </p:spTree>
    <p:extLst>
      <p:ext uri="{BB962C8B-B14F-4D97-AF65-F5344CB8AC3E}">
        <p14:creationId xmlns:p14="http://schemas.microsoft.com/office/powerpoint/2010/main" val="3669628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Mấy ai kiếm ơn thiên thành, Mấy ai hầu Con Thánh, Ai săn sóc giữa canh trường, Lều hèn nào còn giường.</a:t>
            </a:r>
            <a:endParaRPr lang="en-US" dirty="0"/>
          </a:p>
        </p:txBody>
      </p:sp>
    </p:spTree>
    <p:extLst>
      <p:ext uri="{BB962C8B-B14F-4D97-AF65-F5344CB8AC3E}">
        <p14:creationId xmlns:p14="http://schemas.microsoft.com/office/powerpoint/2010/main" val="997438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Ấy khéo không chỗ cho Ngài đấy, Kíp hoan nghinh Chúa hôm nay, </a:t>
            </a:r>
            <a:endParaRPr lang="en-US" dirty="0"/>
          </a:p>
        </p:txBody>
      </p:sp>
    </p:spTree>
    <p:extLst>
      <p:ext uri="{BB962C8B-B14F-4D97-AF65-F5344CB8AC3E}">
        <p14:creationId xmlns:p14="http://schemas.microsoft.com/office/powerpoint/2010/main" val="2015390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Kẻo đến thiên môn nghe lời thẹn bấy: “Không nơi nào thuộc ngươi đây!”</a:t>
            </a:r>
            <a:endParaRPr lang="en-US" dirty="0"/>
          </a:p>
        </p:txBody>
      </p:sp>
    </p:spTree>
    <p:extLst>
      <p:ext uri="{BB962C8B-B14F-4D97-AF65-F5344CB8AC3E}">
        <p14:creationId xmlns:p14="http://schemas.microsoft.com/office/powerpoint/2010/main" val="771892825"/>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5C834B2-4A3E-49F7-9EB5-908E626B4A0E}" vid="{6886AF0C-C0C5-4004-8430-67B367CF969C}"/>
    </a:ext>
  </a:extLst>
</a:theme>
</file>

<file path=ppt/theme/theme2.xml><?xml version="1.0" encoding="utf-8"?>
<a:theme xmlns:a="http://schemas.openxmlformats.org/drawingml/2006/main" name="Presentation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ocument Themes.potx" id="{6A44481B-8EE0-4478-8270-5C7A3D7973D1}" vid="{BC5D5854-44EB-413B-9822-CB9A1AE0F1A2}"/>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2</TotalTime>
  <Words>265</Words>
  <Application>Microsoft Office PowerPoint</Application>
  <PresentationFormat>Widescreen</PresentationFormat>
  <Paragraphs>14</Paragraphs>
  <Slides>13</Slides>
  <Notes>0</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13</vt:i4>
      </vt:variant>
    </vt:vector>
  </HeadingPairs>
  <TitlesOfParts>
    <vt:vector size="16" baseType="lpstr">
      <vt:lpstr>Arial</vt:lpstr>
      <vt:lpstr>faithstocks-template-powerpoint-001</vt:lpstr>
      <vt:lpstr>Presentation1</vt:lpstr>
      <vt:lpstr>Thánh Ca 63 KHÔNG CHỖ TRONG QUÁN</vt:lpstr>
      <vt:lpstr>1. Nào, phòng đẹp chốn sang giàu, Nào giường nệm có đâu, Sinh trong chuồng chiên đó thôi, Đầu Christ không chỗ gối; </vt:lpstr>
      <vt:lpstr>Có đâu khúc ca tâu hòa, Có đâu lòng tri quá, Không vinh cảnh, chỉ bi trường, Lều hèn nào  còn giường.</vt:lpstr>
      <vt:lpstr>Ấy khéo không chỗ cho Ngài đấy, Kíp hoan nghinh Chúa hôm nay, </vt:lpstr>
      <vt:lpstr>Kẻo đến thiên môn nghe lời thẹn bấy: “Không nơi nào thuộc ngươi đây!”</vt:lpstr>
      <vt:lpstr>2. Nào, người vì Chúa dâng mình, Hầu giờ Ngài giáng sinh, Ai khiêm nhường đâu thấy đây, Đạo tâm ai sẵn đấy; </vt:lpstr>
      <vt:lpstr>Mấy ai khóc than tội mình, Khát khao về Con Thánh, Ai mong ơn Chúa thiên đường, Lều hèn nào còn giường.</vt:lpstr>
      <vt:lpstr>Ấy khéo không chỗ cho Ngài đấy, Kíp hoan nghinh Chúa hôm nay, </vt:lpstr>
      <vt:lpstr>Kẻo đến thiên môn nghe lời thẹn bấy: “Không nơi nào thuộc ngươi đây!”</vt:lpstr>
      <vt:lpstr>3. Nào, người nhận biết Vua mình, Nào người chịu tiếp nghinh, Hoa tươi, dầu thơm có nao, Rặc thanh đao mũi giáo;</vt:lpstr>
      <vt:lpstr>Mấy ai kiếm ơn thiên thành, Mấy ai hầu Con Thánh, Ai săn sóc giữa canh trường, Lều hèn nào còn giường.</vt:lpstr>
      <vt:lpstr>Ấy khéo không chỗ cho Ngài đấy, Kíp hoan nghinh Chúa hôm nay, </vt:lpstr>
      <vt:lpstr>Kẻo đến thiên môn nghe lời thẹn bấy: “Không nơi nào thuộc ngươi đây!”</vt:lpstr>
    </vt:vector>
  </TitlesOfParts>
  <Company>ASI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Thánh Ca 63 Không Chỗ Trong Quán  1. Nào, phòng đẹp chốn sang giàu, Nào giường nệm có đâu, Sinh trong chuồng chiên đó thôi, Đầu Christ không chỗ gối;   Có đâu khúc ca tâu hòa, Có đâu lòng tri quá, Không vinh cảnh, chỉ bi trường, Lều hèn  nào còn giường.  Ấy khéo không chỗ cho Ngài đấy, Kíp hoan nghinh Chúa hôm nay,   Kẻo đến thiên môn nghe lời thẹn bấy: “Không nơi nào thuộc ngươi đây!”  2. Nào, người vì Chúa dâng mình, Hầu giờ Ngài giáng sinh, Ai khiêm nhường đâu thấy đây, Đạo tâm ai sẵn đấy;   Mấy ai khóc than tội mình, Khát khao về Con Thánh, Ai mong ơn Chúa thiên đường, Lều hèn nào còn giường.  Ấy khéo không chỗ cho Ngài đấy, Kíp hoan nghinh Chúa hôm nay,   Kẻo đến thiên môn nghe lời thẹn bấy: “Không nơi nào thuộc ngươi đây!”  Thánh Ca 63 Không Chỗ Trong Quán  3. Nào, người nhận biết Vua mình, Nào người chịu tiếp nghinh, Hoa tươi, dầu thơm có nao, Rặc thanh đao mũi giáo;   Mấy ai kiếm ơn thiên thành, Mấy ai hầu Con Thánh, Ai săn sóc giữa canh trường, Lều hèn nào còn giường.  Ấy khéo không chỗ cho Ngài đấy, Kíp hoan nghinh Chúa hôm nay,   Kẻo đến thiên môn nghe lời thẹn bấy: “Không nơi nào thuộc ngươi đây!”</dc:title>
  <dc:creator>Phan Minh Vinh An; An Phan</dc:creator>
  <cp:lastModifiedBy>Phan Minh Vinh An</cp:lastModifiedBy>
  <cp:revision>5</cp:revision>
  <dcterms:created xsi:type="dcterms:W3CDTF">2018-01-21T13:00:30Z</dcterms:created>
  <dcterms:modified xsi:type="dcterms:W3CDTF">2018-11-03T07:06:42Z</dcterms:modified>
</cp:coreProperties>
</file>