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9"/>
  </p:notesMasterIdLst>
  <p:sldIdLst>
    <p:sldId id="349" r:id="rId2"/>
    <p:sldId id="283" r:id="rId3"/>
    <p:sldId id="358" r:id="rId4"/>
    <p:sldId id="356" r:id="rId5"/>
    <p:sldId id="357" r:id="rId6"/>
    <p:sldId id="355" r:id="rId7"/>
    <p:sldId id="354" r:id="rId8"/>
    <p:sldId id="363" r:id="rId9"/>
    <p:sldId id="364" r:id="rId10"/>
    <p:sldId id="353" r:id="rId11"/>
    <p:sldId id="352" r:id="rId12"/>
    <p:sldId id="361" r:id="rId13"/>
    <p:sldId id="362" r:id="rId14"/>
    <p:sldId id="351" r:id="rId15"/>
    <p:sldId id="350" r:id="rId16"/>
    <p:sldId id="359" r:id="rId17"/>
    <p:sldId id="36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24" autoAdjust="0"/>
    <p:restoredTop sz="86387" autoAdjust="0"/>
  </p:normalViewPr>
  <p:slideViewPr>
    <p:cSldViewPr snapToGrid="0">
      <p:cViewPr varScale="1">
        <p:scale>
          <a:sx n="99" d="100"/>
          <a:sy n="99" d="100"/>
        </p:scale>
        <p:origin x="714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395486-6B3C-4A9E-943C-9B563B1E89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10CFA-169D-40E6-97F2-6FA69503E84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4C8A25F8-E364-4BEF-9509-BF03F4E544BA}" type="datetimeFigureOut">
              <a:rPr lang="ru-RU"/>
              <a:pPr>
                <a:defRPr/>
              </a:pPr>
              <a:t>03.11.2018</a:t>
            </a:fld>
            <a:endParaRPr lang="ru-RU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4EE9606-8CB0-4B1F-AE34-9A9340EE27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7E93119-DC88-47A3-BA31-59619DF4C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ru-RU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53A77-C96D-489B-90CD-800BE283557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47BF90-317B-448D-A136-93BEAC9C64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2CC6859-ABB3-4A89-94FB-765159A85101}" type="slidenum">
              <a:rPr lang="ru-RU" altLang="en-US"/>
              <a:pPr/>
              <a:t>‹#›</a:t>
            </a:fld>
            <a:endParaRPr lang="ru-R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64DBC15B-123A-4BFC-AA75-9C77F2F4BE2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92713998-007F-455A-8781-7A68E71C526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98E38A64-9C30-442B-A1BB-CB324FB520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EB86411-1CA5-43A3-853A-A40F635F8F06}" type="slidenum">
              <a:rPr lang="ru-RU" altLang="en-US"/>
              <a:pPr eaLnBrk="1" hangingPunct="1"/>
              <a:t>1</a:t>
            </a:fld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385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725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079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04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85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376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432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81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929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322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36390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267" y="177800"/>
            <a:ext cx="11802532" cy="6502400"/>
          </a:xfrm>
          <a:prstGeom prst="rect">
            <a:avLst/>
          </a:prstGeom>
        </p:spPr>
        <p:txBody>
          <a:bodyPr/>
          <a:lstStyle>
            <a:lvl1pPr algn="ctr">
              <a:defRPr sz="66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87995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129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4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897841-BC97-4B05-813B-AC1381BC4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Thánh Ca 132</a:t>
            </a:r>
            <a:br>
              <a:rPr lang="en-US"/>
            </a:br>
            <a:r>
              <a:rPr lang="en-US"/>
              <a:t>BIẾN CANH LẠ THAY!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2">
            <a:extLst>
              <a:ext uri="{FF2B5EF4-FFF2-40B4-BE49-F238E27FC236}">
                <a16:creationId xmlns:a16="http://schemas.microsoft.com/office/drawing/2014/main" id="{2461052B-59C1-4A0A-BCCC-34975BD046A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/>
              <a:t>1. Rồi đây Cứu Chúa từ từng trời cao </a:t>
            </a:r>
            <a:br>
              <a:rPr lang="en-US" altLang="en-US"/>
            </a:br>
            <a:r>
              <a:rPr lang="en-US" altLang="en-US"/>
              <a:t>tái lâm, Hy vọng </a:t>
            </a:r>
            <a:br>
              <a:rPr lang="en-US" altLang="en-US"/>
            </a:br>
            <a:r>
              <a:rPr lang="en-US" altLang="en-US"/>
              <a:t>đẹp tươi đây có </a:t>
            </a:r>
            <a:br>
              <a:rPr lang="en-US" altLang="en-US"/>
            </a:br>
            <a:r>
              <a:rPr lang="en-US" altLang="en-US"/>
              <a:t>diệu năng bổ tâm; </a:t>
            </a:r>
            <a:endParaRPr lang="ru-RU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CCB75F91-753A-4026-97C8-BA38EAE1173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/>
              <a:t>Thoáng trông mặt Chúa, mọi sự vật thay đổi ngay, </a:t>
            </a:r>
            <a:br>
              <a:rPr lang="en-US" altLang="en-US"/>
            </a:br>
            <a:r>
              <a:rPr lang="en-US" altLang="en-US"/>
              <a:t>Cuộc chạy đua </a:t>
            </a:r>
            <a:br>
              <a:rPr lang="en-US" altLang="en-US"/>
            </a:br>
            <a:r>
              <a:rPr lang="en-US" altLang="en-US"/>
              <a:t>của chúng ta </a:t>
            </a:r>
            <a:br>
              <a:rPr lang="en-US" altLang="en-US"/>
            </a:br>
            <a:r>
              <a:rPr lang="en-US" altLang="en-US"/>
              <a:t>đạt đích tại đây! </a:t>
            </a:r>
            <a:endParaRPr lang="ru-RU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8E7E6332-8F5D-4D0E-A9BC-F5FCD06C9A1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err="1">
                <a:solidFill>
                  <a:srgbClr val="FFFF00"/>
                </a:solidFill>
              </a:rPr>
              <a:t>Biến</a:t>
            </a:r>
            <a:r>
              <a:rPr lang="en-US" altLang="en-US" dirty="0">
                <a:solidFill>
                  <a:srgbClr val="FFFF00"/>
                </a:solidFill>
              </a:rPr>
              <a:t> </a:t>
            </a:r>
            <a:r>
              <a:rPr lang="en-US" altLang="en-US" dirty="0" err="1">
                <a:solidFill>
                  <a:srgbClr val="FFFF00"/>
                </a:solidFill>
              </a:rPr>
              <a:t>canh</a:t>
            </a:r>
            <a:r>
              <a:rPr lang="en-US" altLang="en-US" dirty="0">
                <a:solidFill>
                  <a:srgbClr val="FFFF00"/>
                </a:solidFill>
              </a:rPr>
              <a:t> </a:t>
            </a:r>
            <a:r>
              <a:rPr lang="en-US" altLang="en-US" dirty="0" err="1">
                <a:solidFill>
                  <a:srgbClr val="FFFF00"/>
                </a:solidFill>
              </a:rPr>
              <a:t>lạ</a:t>
            </a:r>
            <a:r>
              <a:rPr lang="en-US" altLang="en-US" dirty="0">
                <a:solidFill>
                  <a:srgbClr val="FFFF00"/>
                </a:solidFill>
              </a:rPr>
              <a:t> </a:t>
            </a:r>
            <a:r>
              <a:rPr lang="en-US" altLang="en-US" dirty="0" err="1">
                <a:solidFill>
                  <a:srgbClr val="FFFF00"/>
                </a:solidFill>
              </a:rPr>
              <a:t>thay</a:t>
            </a:r>
            <a:r>
              <a:rPr lang="en-US" altLang="en-US" dirty="0">
                <a:solidFill>
                  <a:srgbClr val="FFFF00"/>
                </a:solidFill>
              </a:rPr>
              <a:t>! </a:t>
            </a:r>
            <a:br>
              <a:rPr lang="en-US" altLang="en-US" dirty="0">
                <a:solidFill>
                  <a:srgbClr val="FFFF00"/>
                </a:solidFill>
              </a:rPr>
            </a:br>
            <a:r>
              <a:rPr lang="en-US" altLang="en-US" dirty="0" err="1">
                <a:solidFill>
                  <a:srgbClr val="FFFF00"/>
                </a:solidFill>
              </a:rPr>
              <a:t>Biến</a:t>
            </a:r>
            <a:r>
              <a:rPr lang="en-US" altLang="en-US" dirty="0">
                <a:solidFill>
                  <a:srgbClr val="FFFF00"/>
                </a:solidFill>
              </a:rPr>
              <a:t> </a:t>
            </a:r>
            <a:r>
              <a:rPr lang="en-US" altLang="en-US" dirty="0" err="1">
                <a:solidFill>
                  <a:srgbClr val="FFFF00"/>
                </a:solidFill>
              </a:rPr>
              <a:t>canh</a:t>
            </a:r>
            <a:r>
              <a:rPr lang="en-US" altLang="en-US" dirty="0">
                <a:solidFill>
                  <a:srgbClr val="FFFF00"/>
                </a:solidFill>
              </a:rPr>
              <a:t> </a:t>
            </a:r>
            <a:r>
              <a:rPr lang="en-US" altLang="en-US" dirty="0" err="1">
                <a:solidFill>
                  <a:srgbClr val="FFFF00"/>
                </a:solidFill>
              </a:rPr>
              <a:t>lạ</a:t>
            </a:r>
            <a:r>
              <a:rPr lang="en-US" altLang="en-US" dirty="0">
                <a:solidFill>
                  <a:srgbClr val="FFFF00"/>
                </a:solidFill>
              </a:rPr>
              <a:t> </a:t>
            </a:r>
            <a:r>
              <a:rPr lang="en-US" altLang="en-US" dirty="0" err="1">
                <a:solidFill>
                  <a:srgbClr val="FFFF00"/>
                </a:solidFill>
              </a:rPr>
              <a:t>thay</a:t>
            </a:r>
            <a:r>
              <a:rPr lang="en-US" altLang="en-US" dirty="0">
                <a:solidFill>
                  <a:srgbClr val="FFFF00"/>
                </a:solidFill>
              </a:rPr>
              <a:t>! </a:t>
            </a:r>
            <a:br>
              <a:rPr lang="en-US" altLang="en-US" dirty="0">
                <a:solidFill>
                  <a:srgbClr val="FFFF00"/>
                </a:solidFill>
              </a:rPr>
            </a:br>
            <a:r>
              <a:rPr lang="en-US" altLang="en-US" dirty="0" err="1">
                <a:solidFill>
                  <a:srgbClr val="FFFF00"/>
                </a:solidFill>
              </a:rPr>
              <a:t>Hồi</a:t>
            </a:r>
            <a:r>
              <a:rPr lang="en-US" altLang="en-US" dirty="0">
                <a:solidFill>
                  <a:srgbClr val="FFFF00"/>
                </a:solidFill>
              </a:rPr>
              <a:t> </a:t>
            </a:r>
            <a:r>
              <a:rPr lang="en-US" altLang="en-US" dirty="0" err="1">
                <a:solidFill>
                  <a:srgbClr val="FFFF00"/>
                </a:solidFill>
              </a:rPr>
              <a:t>tôi</a:t>
            </a:r>
            <a:r>
              <a:rPr lang="en-US" altLang="en-US" dirty="0">
                <a:solidFill>
                  <a:srgbClr val="FFFF00"/>
                </a:solidFill>
              </a:rPr>
              <a:t> </a:t>
            </a:r>
            <a:r>
              <a:rPr lang="en-US" altLang="en-US" dirty="0" err="1">
                <a:solidFill>
                  <a:srgbClr val="FFFF00"/>
                </a:solidFill>
              </a:rPr>
              <a:t>hân</a:t>
            </a:r>
            <a:r>
              <a:rPr lang="en-US" altLang="en-US" dirty="0">
                <a:solidFill>
                  <a:srgbClr val="FFFF00"/>
                </a:solidFill>
              </a:rPr>
              <a:t> </a:t>
            </a:r>
            <a:r>
              <a:rPr lang="en-US" altLang="en-US" dirty="0" err="1">
                <a:solidFill>
                  <a:srgbClr val="FFFF00"/>
                </a:solidFill>
              </a:rPr>
              <a:t>hoan</a:t>
            </a:r>
            <a:r>
              <a:rPr lang="en-US" altLang="en-US" dirty="0">
                <a:solidFill>
                  <a:srgbClr val="FFFF00"/>
                </a:solidFill>
              </a:rPr>
              <a:t> </a:t>
            </a:r>
            <a:r>
              <a:rPr lang="en-US" altLang="en-US" dirty="0" err="1">
                <a:solidFill>
                  <a:srgbClr val="FFFF00"/>
                </a:solidFill>
              </a:rPr>
              <a:t>trông</a:t>
            </a:r>
            <a:r>
              <a:rPr lang="en-US" altLang="en-US" dirty="0">
                <a:solidFill>
                  <a:srgbClr val="FFFF00"/>
                </a:solidFill>
              </a:rPr>
              <a:t> </a:t>
            </a:r>
            <a:r>
              <a:rPr lang="en-US" altLang="en-US" dirty="0" err="1">
                <a:solidFill>
                  <a:srgbClr val="FFFF00"/>
                </a:solidFill>
              </a:rPr>
              <a:t>Thiên</a:t>
            </a:r>
            <a:r>
              <a:rPr lang="en-US" altLang="en-US" dirty="0">
                <a:solidFill>
                  <a:srgbClr val="FFFF00"/>
                </a:solidFill>
              </a:rPr>
              <a:t> </a:t>
            </a:r>
            <a:r>
              <a:rPr lang="en-US" altLang="en-US" dirty="0" err="1">
                <a:solidFill>
                  <a:srgbClr val="FFFF00"/>
                </a:solidFill>
              </a:rPr>
              <a:t>nhan</a:t>
            </a:r>
            <a:r>
              <a:rPr lang="en-US" altLang="en-US" dirty="0">
                <a:solidFill>
                  <a:srgbClr val="FFFF00"/>
                </a:solidFill>
              </a:rPr>
              <a:t> </a:t>
            </a:r>
            <a:r>
              <a:rPr lang="en-US" altLang="en-US" dirty="0" err="1">
                <a:solidFill>
                  <a:srgbClr val="FFFF00"/>
                </a:solidFill>
              </a:rPr>
              <a:t>hiển</a:t>
            </a:r>
            <a:r>
              <a:rPr lang="en-US" altLang="en-US" dirty="0">
                <a:solidFill>
                  <a:srgbClr val="FFFF00"/>
                </a:solidFill>
              </a:rPr>
              <a:t> </a:t>
            </a:r>
            <a:r>
              <a:rPr lang="en-US" altLang="en-US" dirty="0" err="1">
                <a:solidFill>
                  <a:srgbClr val="FFFF00"/>
                </a:solidFill>
              </a:rPr>
              <a:t>oai</a:t>
            </a:r>
            <a:r>
              <a:rPr lang="en-US" altLang="en-US" dirty="0">
                <a:solidFill>
                  <a:srgbClr val="FFFF00"/>
                </a:solidFill>
              </a:rPr>
              <a:t>. </a:t>
            </a:r>
            <a:endParaRPr lang="ru-RU" alt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97360952-6547-46C5-86D9-F2092D8CD5F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err="1">
                <a:solidFill>
                  <a:srgbClr val="FFFF00"/>
                </a:solidFill>
              </a:rPr>
              <a:t>Biến</a:t>
            </a:r>
            <a:r>
              <a:rPr lang="en-US" altLang="en-US" dirty="0">
                <a:solidFill>
                  <a:srgbClr val="FFFF00"/>
                </a:solidFill>
              </a:rPr>
              <a:t> </a:t>
            </a:r>
            <a:r>
              <a:rPr lang="en-US" altLang="en-US" dirty="0" err="1">
                <a:solidFill>
                  <a:srgbClr val="FFFF00"/>
                </a:solidFill>
              </a:rPr>
              <a:t>canh</a:t>
            </a:r>
            <a:r>
              <a:rPr lang="en-US" altLang="en-US" dirty="0">
                <a:solidFill>
                  <a:srgbClr val="FFFF00"/>
                </a:solidFill>
              </a:rPr>
              <a:t> </a:t>
            </a:r>
            <a:r>
              <a:rPr lang="en-US" altLang="en-US" dirty="0" err="1">
                <a:solidFill>
                  <a:srgbClr val="FFFF00"/>
                </a:solidFill>
              </a:rPr>
              <a:t>lạ</a:t>
            </a:r>
            <a:r>
              <a:rPr lang="en-US" altLang="en-US" dirty="0">
                <a:solidFill>
                  <a:srgbClr val="FFFF00"/>
                </a:solidFill>
              </a:rPr>
              <a:t> </a:t>
            </a:r>
            <a:r>
              <a:rPr lang="en-US" altLang="en-US" dirty="0" err="1">
                <a:solidFill>
                  <a:srgbClr val="FFFF00"/>
                </a:solidFill>
              </a:rPr>
              <a:t>thay</a:t>
            </a:r>
            <a:r>
              <a:rPr lang="en-US" altLang="en-US" dirty="0">
                <a:solidFill>
                  <a:srgbClr val="FFFF00"/>
                </a:solidFill>
              </a:rPr>
              <a:t>!</a:t>
            </a:r>
            <a:br>
              <a:rPr lang="en-US" altLang="en-US" dirty="0">
                <a:solidFill>
                  <a:srgbClr val="FFFF00"/>
                </a:solidFill>
              </a:rPr>
            </a:br>
            <a:r>
              <a:rPr lang="en-US" altLang="en-US" dirty="0" err="1">
                <a:solidFill>
                  <a:srgbClr val="FFFF00"/>
                </a:solidFill>
              </a:rPr>
              <a:t>Biến</a:t>
            </a:r>
            <a:r>
              <a:rPr lang="en-US" altLang="en-US" dirty="0">
                <a:solidFill>
                  <a:srgbClr val="FFFF00"/>
                </a:solidFill>
              </a:rPr>
              <a:t> </a:t>
            </a:r>
            <a:r>
              <a:rPr lang="en-US" altLang="en-US" dirty="0" err="1">
                <a:solidFill>
                  <a:srgbClr val="FFFF00"/>
                </a:solidFill>
              </a:rPr>
              <a:t>canh</a:t>
            </a:r>
            <a:r>
              <a:rPr lang="en-US" altLang="en-US" dirty="0">
                <a:solidFill>
                  <a:srgbClr val="FFFF00"/>
                </a:solidFill>
              </a:rPr>
              <a:t> </a:t>
            </a:r>
            <a:r>
              <a:rPr lang="en-US" altLang="en-US" dirty="0" err="1">
                <a:solidFill>
                  <a:srgbClr val="FFFF00"/>
                </a:solidFill>
              </a:rPr>
              <a:t>lạ</a:t>
            </a:r>
            <a:r>
              <a:rPr lang="en-US" altLang="en-US" dirty="0">
                <a:solidFill>
                  <a:srgbClr val="FFFF00"/>
                </a:solidFill>
              </a:rPr>
              <a:t> </a:t>
            </a:r>
            <a:r>
              <a:rPr lang="en-US" altLang="en-US" dirty="0" err="1">
                <a:solidFill>
                  <a:srgbClr val="FFFF00"/>
                </a:solidFill>
              </a:rPr>
              <a:t>thay</a:t>
            </a:r>
            <a:r>
              <a:rPr lang="en-US" altLang="en-US" dirty="0">
                <a:solidFill>
                  <a:srgbClr val="FFFF00"/>
                </a:solidFill>
              </a:rPr>
              <a:t>!</a:t>
            </a:r>
            <a:br>
              <a:rPr lang="en-US" altLang="en-US" dirty="0">
                <a:solidFill>
                  <a:srgbClr val="FFFF00"/>
                </a:solidFill>
              </a:rPr>
            </a:br>
            <a:r>
              <a:rPr lang="en-US" altLang="en-US" dirty="0" err="1">
                <a:solidFill>
                  <a:srgbClr val="FFFF00"/>
                </a:solidFill>
              </a:rPr>
              <a:t>Hồi</a:t>
            </a:r>
            <a:r>
              <a:rPr lang="en-US" altLang="en-US" dirty="0">
                <a:solidFill>
                  <a:srgbClr val="FFFF00"/>
                </a:solidFill>
              </a:rPr>
              <a:t> </a:t>
            </a:r>
            <a:r>
              <a:rPr lang="en-US" altLang="en-US" dirty="0" err="1">
                <a:solidFill>
                  <a:srgbClr val="FFFF00"/>
                </a:solidFill>
              </a:rPr>
              <a:t>tôi</a:t>
            </a:r>
            <a:r>
              <a:rPr lang="en-US" altLang="en-US" dirty="0">
                <a:solidFill>
                  <a:srgbClr val="FFFF00"/>
                </a:solidFill>
              </a:rPr>
              <a:t> </a:t>
            </a:r>
            <a:r>
              <a:rPr lang="en-US" altLang="en-US" dirty="0" err="1">
                <a:solidFill>
                  <a:srgbClr val="FFFF00"/>
                </a:solidFill>
              </a:rPr>
              <a:t>trông</a:t>
            </a:r>
            <a:r>
              <a:rPr lang="en-US" altLang="en-US" dirty="0">
                <a:solidFill>
                  <a:srgbClr val="FFFF00"/>
                </a:solidFill>
              </a:rPr>
              <a:t> </a:t>
            </a:r>
            <a:br>
              <a:rPr lang="en-US" altLang="en-US" dirty="0">
                <a:solidFill>
                  <a:srgbClr val="FFFF00"/>
                </a:solidFill>
              </a:rPr>
            </a:br>
            <a:r>
              <a:rPr lang="en-US" altLang="en-US" dirty="0" err="1">
                <a:solidFill>
                  <a:srgbClr val="FFFF00"/>
                </a:solidFill>
              </a:rPr>
              <a:t>thánh</a:t>
            </a:r>
            <a:r>
              <a:rPr lang="en-US" altLang="en-US" dirty="0">
                <a:solidFill>
                  <a:srgbClr val="FFFF00"/>
                </a:solidFill>
              </a:rPr>
              <a:t> </a:t>
            </a:r>
            <a:r>
              <a:rPr lang="en-US" altLang="en-US" dirty="0" err="1">
                <a:solidFill>
                  <a:srgbClr val="FFFF00"/>
                </a:solidFill>
              </a:rPr>
              <a:t>nhan</a:t>
            </a:r>
            <a:r>
              <a:rPr lang="en-US" altLang="en-US" dirty="0">
                <a:solidFill>
                  <a:srgbClr val="FFFF00"/>
                </a:solidFill>
              </a:rPr>
              <a:t> </a:t>
            </a:r>
            <a:r>
              <a:rPr lang="en-US" altLang="en-US" dirty="0" err="1">
                <a:solidFill>
                  <a:srgbClr val="FFFF00"/>
                </a:solidFill>
              </a:rPr>
              <a:t>Ngài</a:t>
            </a:r>
            <a:r>
              <a:rPr lang="en-US" altLang="en-US" dirty="0">
                <a:solidFill>
                  <a:srgbClr val="FFFF00"/>
                </a:solidFill>
              </a:rPr>
              <a:t>.</a:t>
            </a:r>
            <a:endParaRPr lang="ru-RU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1F027BF1-2BF7-40CA-A3BC-02FFA9646F9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/>
              <a:t>2. Tình trạng lẻ loi thoạt thành đoàn viên thỏa thay, Quanh bệ Jêsus không vắng mặt như thuở nay; </a:t>
            </a:r>
            <a:endParaRPr lang="ru-RU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236431F6-271E-4AAF-AAC7-4800859E3B1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/>
              <a:t>Kẻ ngủ vùng thức dậy, cùng người đang sống đây được Ngài cho </a:t>
            </a:r>
            <a:br>
              <a:rPr lang="en-US" altLang="en-US"/>
            </a:br>
            <a:r>
              <a:rPr lang="en-US" altLang="en-US"/>
              <a:t>biến hoá lên tận </a:t>
            </a:r>
            <a:br>
              <a:rPr lang="en-US" altLang="en-US"/>
            </a:br>
            <a:r>
              <a:rPr lang="en-US" altLang="en-US"/>
              <a:t>các từng mây. </a:t>
            </a:r>
            <a:endParaRPr lang="ru-RU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1036A800-A1C5-4383-B408-CCD372B102D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>
                <a:solidFill>
                  <a:srgbClr val="FFFF00"/>
                </a:solidFill>
              </a:rPr>
              <a:t>Biến canh lạ thay! Biến canh lạ thay! Hồi tôi hân hoan trông Thiên nhan hiển oai. </a:t>
            </a:r>
            <a:endParaRPr lang="ru-RU" altLang="en-US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66C25335-4EB9-4E74-9AB1-9670F957D7D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>
                <a:solidFill>
                  <a:srgbClr val="FFFF00"/>
                </a:solidFill>
              </a:rPr>
              <a:t>Biến canh lạ thay! Biến canh lạ thay! Hồi tôi trông </a:t>
            </a:r>
            <a:br>
              <a:rPr lang="en-US" altLang="en-US">
                <a:solidFill>
                  <a:srgbClr val="FFFF00"/>
                </a:solidFill>
              </a:rPr>
            </a:br>
            <a:r>
              <a:rPr lang="en-US" altLang="en-US">
                <a:solidFill>
                  <a:srgbClr val="FFFF00"/>
                </a:solidFill>
              </a:rPr>
              <a:t>thánh nhan Ngài.</a:t>
            </a:r>
            <a:endParaRPr lang="ru-RU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724077F9-F264-4D65-B585-31BF6B81054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/>
              <a:t>3. Rồi đây thái dương hừng, bầu trời đen tối tan, Đêm mù mịt kia nay hóa bạch nhật sáng choang; </a:t>
            </a:r>
            <a:endParaRPr lang="ru-RU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35148F6D-D62A-4925-8EC9-BE2B3D0FB6D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/>
              <a:t>Bão giông liền dứt, thành bình tịnh khôn tả ra, Lụy sầu khô ráo, hỉ hân ngợi </a:t>
            </a:r>
            <a:br>
              <a:rPr lang="en-US" altLang="en-US"/>
            </a:br>
            <a:r>
              <a:rPr lang="en-US" altLang="en-US"/>
              <a:t>khúc trường ca. </a:t>
            </a:r>
            <a:endParaRPr lang="ru-RU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EFAF3FC7-5ABF-42E2-9E01-6BDEE1E9FC2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>
                <a:solidFill>
                  <a:srgbClr val="FFFF00"/>
                </a:solidFill>
              </a:rPr>
              <a:t>Biến canh lạ thay! Biến canh lạ thay! Hồi tôi hân hoan trông Thiên nhan hiển oai. </a:t>
            </a:r>
            <a:endParaRPr lang="ru-RU" altLang="en-US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39C8FF9C-9692-4A25-B488-859A827EE41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>
                <a:solidFill>
                  <a:srgbClr val="FFFF00"/>
                </a:solidFill>
              </a:rPr>
              <a:t>Biến canh lạ thay! Biến canh lạ thay! Hồi tôi trông </a:t>
            </a:r>
            <a:br>
              <a:rPr lang="en-US" altLang="en-US">
                <a:solidFill>
                  <a:srgbClr val="FFFF00"/>
                </a:solidFill>
              </a:rPr>
            </a:br>
            <a:r>
              <a:rPr lang="en-US" altLang="en-US">
                <a:solidFill>
                  <a:srgbClr val="FFFF00"/>
                </a:solidFill>
              </a:rPr>
              <a:t>thánh nhan Ngài.</a:t>
            </a:r>
            <a:endParaRPr lang="ru-RU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78C0BF85-1A1A-48B3-8BEB-99DD2832CC7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/>
              <a:t>4. Tình trạng yếu đau thoạt thành mạnh vui phước thay, Ở thiên đàng đây khuyết điểm thành ưu điểm ngay; </a:t>
            </a:r>
            <a:endParaRPr lang="ru-RU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4E573A7F-0098-4884-978A-E014526272C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/>
              <a:t>Thống tâm liền biến thành sự mừng vui thỏa tình, </a:t>
            </a:r>
            <a:br>
              <a:rPr lang="en-US" altLang="en-US"/>
            </a:br>
            <a:r>
              <a:rPr lang="en-US" altLang="en-US"/>
              <a:t>Ngày xưa đi bởi tin, nay mục kích tường minh. </a:t>
            </a:r>
            <a:endParaRPr lang="ru-RU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1D3CD904-DDD5-484F-B4C2-AFFB4DDBBBF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>
                <a:solidFill>
                  <a:srgbClr val="FFFF00"/>
                </a:solidFill>
              </a:rPr>
              <a:t>Biến canh lạ thay! Biến canh lạ thay! Hồi tôi hân hoan trông Thiên nhan hiển oai. </a:t>
            </a:r>
            <a:endParaRPr lang="ru-RU" altLang="en-US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03CD3032-6F07-4E4C-BC51-132FA72934E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>
                <a:solidFill>
                  <a:srgbClr val="FFFF00"/>
                </a:solidFill>
              </a:rPr>
              <a:t>Biến canh lạ thay! Biến canh lạ thay! Hồi tôi trông </a:t>
            </a:r>
            <a:br>
              <a:rPr lang="en-US" altLang="en-US">
                <a:solidFill>
                  <a:srgbClr val="FFFF00"/>
                </a:solidFill>
              </a:rPr>
            </a:br>
            <a:r>
              <a:rPr lang="en-US" altLang="en-US">
                <a:solidFill>
                  <a:srgbClr val="FFFF00"/>
                </a:solidFill>
              </a:rPr>
              <a:t>thánh nhan Ngài.</a:t>
            </a:r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sentation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3957</TotalTime>
  <Words>252</Words>
  <Application>Microsoft Office PowerPoint</Application>
  <PresentationFormat>Widescreen</PresentationFormat>
  <Paragraphs>18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Presentation1</vt:lpstr>
      <vt:lpstr>Thánh Ca 132 BIẾN CANH LẠ THAY!</vt:lpstr>
      <vt:lpstr>1. Rồi đây Cứu Chúa từ từng trời cao  tái lâm, Hy vọng  đẹp tươi đây có  diệu năng bổ tâm; </vt:lpstr>
      <vt:lpstr>Thoáng trông mặt Chúa, mọi sự vật thay đổi ngay,  Cuộc chạy đua  của chúng ta  đạt đích tại đây! </vt:lpstr>
      <vt:lpstr>Biến canh lạ thay!  Biến canh lạ thay!  Hồi tôi hân hoan trông Thiên nhan hiển oai. </vt:lpstr>
      <vt:lpstr>Biến canh lạ thay! Biến canh lạ thay! Hồi tôi trông  thánh nhan Ngài.</vt:lpstr>
      <vt:lpstr>2. Tình trạng lẻ loi thoạt thành đoàn viên thỏa thay, Quanh bệ Jêsus không vắng mặt như thuở nay; </vt:lpstr>
      <vt:lpstr>Kẻ ngủ vùng thức dậy, cùng người đang sống đây được Ngài cho  biến hoá lên tận  các từng mây. </vt:lpstr>
      <vt:lpstr>Biến canh lạ thay! Biến canh lạ thay! Hồi tôi hân hoan trông Thiên nhan hiển oai. </vt:lpstr>
      <vt:lpstr>Biến canh lạ thay! Biến canh lạ thay! Hồi tôi trông  thánh nhan Ngài.</vt:lpstr>
      <vt:lpstr>3. Rồi đây thái dương hừng, bầu trời đen tối tan, Đêm mù mịt kia nay hóa bạch nhật sáng choang; </vt:lpstr>
      <vt:lpstr>Bão giông liền dứt, thành bình tịnh khôn tả ra, Lụy sầu khô ráo, hỉ hân ngợi  khúc trường ca. </vt:lpstr>
      <vt:lpstr>Biến canh lạ thay! Biến canh lạ thay! Hồi tôi hân hoan trông Thiên nhan hiển oai. </vt:lpstr>
      <vt:lpstr>Biến canh lạ thay! Biến canh lạ thay! Hồi tôi trông  thánh nhan Ngài.</vt:lpstr>
      <vt:lpstr>4. Tình trạng yếu đau thoạt thành mạnh vui phước thay, Ở thiên đàng đây khuyết điểm thành ưu điểm ngay; </vt:lpstr>
      <vt:lpstr>Thống tâm liền biến thành sự mừng vui thỏa tình,  Ngày xưa đi bởi tin, nay mục kích tường minh. </vt:lpstr>
      <vt:lpstr>Biến canh lạ thay! Biến canh lạ thay! Hồi tôi hân hoan trông Thiên nhan hiển oai. </vt:lpstr>
      <vt:lpstr>Biến canh lạ thay! Biến canh lạ thay! Hồi tôi trông  thánh nhan Ngài.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 006. THAØNH TAÂM TOÂN VUA THAÙNH</dc:title>
  <dc:creator>Phan Minh Vinh An; DAM</dc:creator>
  <cp:lastModifiedBy>Phan Minh Vinh An</cp:lastModifiedBy>
  <cp:revision>148</cp:revision>
  <dcterms:created xsi:type="dcterms:W3CDTF">2010-05-25T06:43:56Z</dcterms:created>
  <dcterms:modified xsi:type="dcterms:W3CDTF">2018-11-03T07:15:11Z</dcterms:modified>
</cp:coreProperties>
</file>