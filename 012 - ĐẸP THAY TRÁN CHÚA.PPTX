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12</a:t>
            </a:r>
            <a:br>
              <a:rPr lang="en-US" dirty="0"/>
            </a:br>
            <a:r>
              <a:rPr lang="en-US" dirty="0"/>
              <a:t>ĐẸP THAY TRÁN CHÚA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en-US" smtClean="0"/>
              <a:t> </a:t>
            </a:r>
            <a:r>
              <a:rPr lang="vi-VN" dirty="0"/>
              <a:t>Đẹp thay dung quang nơi trán Chúa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vừa oai nghi lẫn dịu dàng;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2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Diệu vinh thay tia kim mão vô đối, mỉm cười cặp môi duyên tràn, cười chúm chím môi duyên tràn.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95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Trần gian xưa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ai dám sánh ngang,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tuyệt không ai sánh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kịp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69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Dầu thiên binh trên cao kia chói sáng, sánh cùng thần nhan khôn tày,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sánh Thánh nhan khôn tày.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Vì thương tôi đang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đau khổ suy nhược,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quang lâm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trợ liền;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28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Vì tôi Ngài mang cây gỗ nhơ nhuốc, gánh mọi buồn lo ưu phiền, chịu hết khổ đau ưu phiền.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6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Đời tôi bao nhiêu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vui thú sở năng,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nguyện dâng cho Chúa vẹn tuyền;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2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Nhờ ơn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cho tôi</a:t>
            </a:r>
            <a:r>
              <a:rPr lang="en-US" dirty="0"/>
              <a:t> </a:t>
            </a:r>
            <a:r>
              <a:rPr lang="vi-VN" dirty="0"/>
              <a:t>đắc thắng,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tử thần</a:t>
            </a:r>
            <a:r>
              <a:rPr lang="en-US" dirty="0"/>
              <a:t> </a:t>
            </a:r>
            <a:r>
              <a:rPr lang="vi-VN" dirty="0"/>
              <a:t>từ đây vô quyền,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mồ mả đối tôi vô quyền.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5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Nhờ ơn khoan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lãnh phước đây,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thực nghiệm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tình yêu</a:t>
            </a:r>
            <a:r>
              <a:rPr lang="en-US" dirty="0"/>
              <a:t> </a:t>
            </a:r>
            <a:r>
              <a:rPr lang="vi-VN" dirty="0"/>
              <a:t>phi thường;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72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Đời tôi nguyện dâng cho Jêsus đấy, để đẹp lòng Cha trăm đường, đẹp ý Chúa Cha trăm đường.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5079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14</TotalTime>
  <Words>125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faithstocks-template-powerpoint-001</vt:lpstr>
      <vt:lpstr>Thánh Ca 12 ĐẸP THAY TRÁN CHÚA</vt:lpstr>
      <vt:lpstr>1.  Đẹp thay dung quang nơi trán Chúa tôi, vừa oai nghi lẫn dịu dàng; </vt:lpstr>
      <vt:lpstr>Diệu vinh thay tia kim mão vô đối, mỉm cười cặp môi duyên tràn, cười chúm chím môi duyên tràn.</vt:lpstr>
      <vt:lpstr>2. Trần gian xưa nay ai dám sánh ngang, tuyệt không ai sánh kịp Ngài. </vt:lpstr>
      <vt:lpstr>Dầu thiên binh trên cao kia chói sáng, sánh cùng thần nhan khôn tày, thật sánh Thánh nhan khôn tày.</vt:lpstr>
      <vt:lpstr>3. Vì thương tôi đang đau khổ suy nhược, Ngài quang lâm cứu trợ liền; </vt:lpstr>
      <vt:lpstr>Vì tôi Ngài mang cây gỗ nhơ nhuốc, gánh mọi buồn lo ưu phiền, chịu hết khổ đau ưu phiền.</vt:lpstr>
      <vt:lpstr>4. Đời tôi bao nhiêu vui thú sở năng, nguyện dâng cho Chúa vẹn tuyền; </vt:lpstr>
      <vt:lpstr>Nhờ ơn Jêsus cho tôi đắc thắng,  tử thần từ đây vô quyền, mồ mả đối tôi vô quyền.</vt:lpstr>
      <vt:lpstr>5. Nhờ ơn khoan nhân tôi lãnh phước đây, thực nghiệm tình yêu phi thường; </vt:lpstr>
      <vt:lpstr>Đời tôi nguyện dâng cho Jêsus đấy, để đẹp lòng Cha trăm đường, đẹp ý Chúa Cha trăm đường.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12 Đẹp Thay Trán Chúa</dc:title>
  <dc:creator>Phan Minh Vinh An; KIETTTSE62520</dc:creator>
  <cp:lastModifiedBy>An Phan</cp:lastModifiedBy>
  <cp:revision>5</cp:revision>
  <dcterms:created xsi:type="dcterms:W3CDTF">2018-01-22T15:47:09Z</dcterms:created>
  <dcterms:modified xsi:type="dcterms:W3CDTF">2018-11-08T04:12:44Z</dcterms:modified>
</cp:coreProperties>
</file>