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6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07" y="922712"/>
            <a:ext cx="11606002" cy="4081549"/>
          </a:xfrm>
        </p:spPr>
        <p:txBody>
          <a:bodyPr/>
          <a:lstStyle/>
          <a:p>
            <a:r>
              <a:rPr lang="vi-VN" dirty="0"/>
              <a:t>Thánh Ca 28</a:t>
            </a:r>
            <a:br>
              <a:rPr lang="vi-VN" dirty="0"/>
            </a:br>
            <a:r>
              <a:rPr lang="vi-VN" dirty="0"/>
              <a:t>PHƯỚC NGUYÊN TỪ TRỜI</a:t>
            </a:r>
            <a:br>
              <a:rPr lang="vi-VN" dirty="0"/>
            </a:br>
            <a:r>
              <a:rPr lang="vi-VN" dirty="0"/>
              <a:t>XIN CHẢY VÀO LÒNG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GB"/>
              <a:t>1. </a:t>
            </a:r>
            <a:r>
              <a:rPr lang="vi-VN" smtClean="0"/>
              <a:t>Phước </a:t>
            </a:r>
            <a:r>
              <a:rPr lang="vi-VN" dirty="0"/>
              <a:t>nguyên từ trời xin chảy vào lòng, bật lên khúc ca chúc ơn Ngài;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7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vi-VN" dirty="0"/>
              <a:t>Suối nhân từ hằng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tuôn chảy ngập dòng</a:t>
            </a:r>
            <a:r>
              <a:rPr lang="en-US" dirty="0"/>
              <a:t>,</a:t>
            </a:r>
            <a:br>
              <a:rPr lang="en-US" dirty="0"/>
            </a:br>
            <a:r>
              <a:rPr lang="vi-VN" dirty="0"/>
              <a:t>giục tôi thỏa vui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tôn vinh Ngài;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69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chỉ giáo tôi thi ca bổng trầm mà lưỡi lửa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cõi thiên thượng hát,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3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để tôi ngợi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Ân điển ngàn tầm,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Non cứu ân,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Non cực lạc.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92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Đến đây là nhờ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Chân Chúa phò trì, nguyền xây cất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Ê-bên-ê-xe;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9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Nếu Cha đẹp lòng tôi dám nguyện kỳ,</a:t>
            </a:r>
            <a:r>
              <a:rPr lang="en-US" dirty="0"/>
              <a:t> </a:t>
            </a:r>
            <a:r>
              <a:rPr lang="vi-VN" dirty="0"/>
              <a:t>miền thiên quốc tôi sớm quay về</a:t>
            </a:r>
            <a:r>
              <a:rPr lang="en-US" dirty="0"/>
              <a:t>;</a:t>
            </a:r>
            <a:r>
              <a:rPr lang="vi-V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59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Jêsus kiếm tôi khi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đang thất lạc, từng vơ vẩn cách xa đường thánh;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7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Suối huyết từ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tuôn chảy rào rạt,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vực tôi khỏi </a:t>
            </a:r>
            <a:br>
              <a:rPr lang="vi-VN" dirty="0"/>
            </a:br>
            <a:r>
              <a:rPr lang="vi-VN" dirty="0"/>
              <a:t>muôn sói hại hành.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92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Chính tôi đây nợ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ơn Chúa nặng dày, nợ kia cứ vấn vương mãi hoài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15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Khẩn xin Ngài dùng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dây ái từ rày, buộc tâm vẩn vơ tôi vào Ngài;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9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Tự nghiệm tánh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ưa xa Thánh Phụ,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thường hay cách ly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Cha Từ Ái;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32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Kính dâng lòng nầy cho Chúa Jêsus, nguyện nay đóng niêm ấn thiên đài.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92708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101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faithstocks-template-powerpoint-001</vt:lpstr>
      <vt:lpstr>Thánh Ca 28 PHƯỚC NGUYÊN TỪ TRỜI XIN CHẢY VÀO LÒNG</vt:lpstr>
      <vt:lpstr>1. Phước nguyên từ trời xin chảy vào lòng, bật lên khúc ca chúc ơn Ngài; </vt:lpstr>
      <vt:lpstr>Suối nhân từ hằng tuôn chảy ngập dòng, giục tôi thỏa vui tôn vinh Ngài; </vt:lpstr>
      <vt:lpstr>Nguyện chỉ giáo tôi thi ca bổng trầm mà lưỡi lửa cõi thiên thượng hát,</vt:lpstr>
      <vt:lpstr>để tôi ngợi Ngọn Ân điển ngàn tầm, là Non cứu ân, Non cực lạc. </vt:lpstr>
      <vt:lpstr>2. Đến đây là nhờ Chân Chúa phò trì, nguyền xây cất Ê-bên-ê-xe;</vt:lpstr>
      <vt:lpstr>Nếu Cha đẹp lòng tôi dám nguyện kỳ, miền thiên quốc tôi sớm quay về; </vt:lpstr>
      <vt:lpstr>Jêsus kiếm tôi khi đang thất lạc, từng vơ vẩn cách xa đường thánh; </vt:lpstr>
      <vt:lpstr>Suối huyết từ Ngài tuôn chảy rào rạt, vực tôi khỏi  muôn sói hại hành.</vt:lpstr>
      <vt:lpstr>3. Chính tôi đây nợ ơn Chúa nặng dày, nợ kia cứ vấn vương mãi hoài</vt:lpstr>
      <vt:lpstr>Khẩn xin Ngài dùng dây ái từ rày, buộc tâm vẩn vơ tôi vào Ngài; </vt:lpstr>
      <vt:lpstr>Tự nghiệm tánh tôi ưa xa Thánh Phụ, thường hay cách ly Cha Từ Ái; </vt:lpstr>
      <vt:lpstr>Kính dâng lòng nầy cho Chúa Jêsus, nguyện nay đóng niêm ấn thiên đài.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28 Phước Nguyên Từ Trời Xin Chảy Vào Lòng</dc:title>
  <dc:creator>Phan Minh Vinh An; KIETTTSE62520</dc:creator>
  <cp:lastModifiedBy>An Phan</cp:lastModifiedBy>
  <cp:revision>4</cp:revision>
  <dcterms:created xsi:type="dcterms:W3CDTF">2018-01-24T05:16:55Z</dcterms:created>
  <dcterms:modified xsi:type="dcterms:W3CDTF">2018-11-08T04:11:17Z</dcterms:modified>
</cp:coreProperties>
</file>