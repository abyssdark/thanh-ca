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5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38</a:t>
            </a:r>
            <a:br>
              <a:rPr lang="en-US" dirty="0"/>
            </a:br>
            <a:r>
              <a:rPr lang="en-US" dirty="0"/>
              <a:t>TUẦN VỪA QUA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Tuần </a:t>
            </a:r>
            <a:r>
              <a:rPr lang="vi-VN" dirty="0"/>
              <a:t>vừa qua thay thảy chúng tôi được bình an bởi Chúa cho rồi;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Ngày nay xin Chân Chúa Ba Ngôi đổ cácphước thiêng liêng từ trời.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7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Chính bữa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nhất trong tuần,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tượng trưng cảnh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bình thái</a:t>
            </a:r>
            <a:r>
              <a:rPr lang="en-US" dirty="0"/>
              <a:t> </a:t>
            </a:r>
            <a:r>
              <a:rPr lang="vi-VN" dirty="0"/>
              <a:t>tương lai.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1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Chính bữa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nhất trong tuần,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tượng trưng cảnh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thái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2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Rày nhơn danh Chân Chúa chúng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cầu Ngài tha thứ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cả</a:t>
            </a:r>
            <a:r>
              <a:rPr lang="en-US" dirty="0"/>
              <a:t> </a:t>
            </a:r>
            <a:r>
              <a:rPr lang="vi-VN" dirty="0"/>
              <a:t>muôn tội;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25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Ngài đem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gian ác xóa bôi</a:t>
            </a:r>
            <a:r>
              <a:rPr lang="en-US" dirty="0"/>
              <a:t>,</a:t>
            </a:r>
            <a:br>
              <a:rPr lang="en-US" dirty="0"/>
            </a:br>
            <a:r>
              <a:rPr lang="vi-VN" dirty="0"/>
              <a:t> tỏ vẻ khoan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Cha đời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4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bữa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nghỉ an trong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lo lắng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sự thể</a:t>
            </a:r>
            <a:r>
              <a:rPr lang="en-US" dirty="0"/>
              <a:t> </a:t>
            </a:r>
            <a:r>
              <a:rPr lang="vi-VN" dirty="0"/>
              <a:t>mảy may,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0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bữa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nghỉ an trong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lo lắng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</a:t>
            </a:r>
            <a:r>
              <a:rPr lang="en-US" dirty="0"/>
              <a:t> </a:t>
            </a:r>
            <a:r>
              <a:rPr lang="vi-VN" dirty="0"/>
              <a:t>thế gian rày.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5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Cùng tôn vinh danh Chúa chúng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nguyền được xem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nhan rạng ngời;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6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Nhà Ngài đây ai nấy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chúng tôi, ước thấy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vinh quang Cha đời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3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bữa nay chúng tôi vui mừng, tiệc thiên quốc toàn hưởng nay mai.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9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bữa nay chúng tôi vui mừng, tiệc thiên quốc sẽ hưởng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82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Nguyện mọi nơi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vang tiếng Phước âm,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vực tội nhân cứu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chiên lạc lầm;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63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linh hoa,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ân quả nẩy đâm,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tán cảnh đau thương,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tiêu lụy trầm.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68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chúng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nếm luôn an nhật,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tận khi đến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thánh muôn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3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chúng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nếm luôn an nhật,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kịp vô cõi thánh</a:t>
            </a:r>
            <a:r>
              <a:rPr lang="en-US"/>
              <a:t/>
            </a:r>
            <a:br>
              <a:rPr lang="en-US"/>
            </a:br>
            <a:r>
              <a:rPr lang="vi-VN"/>
              <a:t>ở </a:t>
            </a:r>
            <a:r>
              <a:rPr lang="vi-VN" dirty="0"/>
              <a:t>trên trời.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8078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9</TotalTime>
  <Words>121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faithstocks-template-powerpoint-001</vt:lpstr>
      <vt:lpstr>Thánh Ca 38 TUẦN VỪA QUA</vt:lpstr>
      <vt:lpstr>1. Tuần vừa qua thay thảy chúng tôi được bình an bởi Chúa cho rồi; </vt:lpstr>
      <vt:lpstr>Ngày nay xin Chân Chúa Ba Ngôi đổ cácphước thiêng liêng từ trời. </vt:lpstr>
      <vt:lpstr>Chính bữa nay phước nhất trong tuần, tượng trưng cảnh bình thái tương lai. </vt:lpstr>
      <vt:lpstr>Chính bữa nay phước nhất trong tuần, tượng trưng cảnh an thái lâu dài.</vt:lpstr>
      <vt:lpstr>2. Rày nhơn danh Chân Chúa chúng tôi, cầu Ngài tha thứ cả muôn tội; </vt:lpstr>
      <vt:lpstr>Nguyện Ngài đem gian ác xóa bôi,  tỏ vẻ khoan nhân Cha đời đời. </vt:lpstr>
      <vt:lpstr>Ước bữa nay nghỉ an trong Ngài, không lo lắng sự thể mảy may, </vt:lpstr>
      <vt:lpstr>Ước bữa nay nghỉ an trong Ngài, không lo lắng ở thế gian rày.</vt:lpstr>
      <vt:lpstr>3. Cùng tôn vinh danh Chúa chúng tôi, nguyền được xem Thánh nhan rạng ngời; </vt:lpstr>
      <vt:lpstr>Nhà Ngài đây ai nấy chúng tôi, ước thấy vinh quang Cha đời đời. </vt:lpstr>
      <vt:lpstr>Ước bữa nay chúng tôi vui mừng, tiệc thiên quốc toàn hưởng nay mai. </vt:lpstr>
      <vt:lpstr>Ước bữa nay chúng tôi vui mừng, tiệc thiên quốc sẽ hưởng lâu dài.</vt:lpstr>
      <vt:lpstr>4. Nguyện mọi nơi vang tiếng Phước âm, vực tội nhân cứu chiên lạc lầm; </vt:lpstr>
      <vt:lpstr>Nguyện linh hoa, ân quả nẩy đâm, tán cảnh đau thương, tiêu lụy trầm. </vt:lpstr>
      <vt:lpstr>Ước chúng tôi nếm luôn an nhật, tận khi đến thành thánh muôn đời. </vt:lpstr>
      <vt:lpstr>Ước chúng tôi nếm luôn an nhật, kịp vô cõi thánh ở trên trời.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38 Tuần Vừa Qua</dc:title>
  <dc:creator>Phan Minh Vinh An; Windows User</dc:creator>
  <cp:lastModifiedBy>An Phan</cp:lastModifiedBy>
  <cp:revision>5</cp:revision>
  <dcterms:created xsi:type="dcterms:W3CDTF">2018-01-22T16:47:59Z</dcterms:created>
  <dcterms:modified xsi:type="dcterms:W3CDTF">2018-11-08T04:09:51Z</dcterms:modified>
</cp:coreProperties>
</file>