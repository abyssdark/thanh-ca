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66" r:id="rId3"/>
    <p:sldId id="257" r:id="rId4"/>
    <p:sldId id="258" r:id="rId5"/>
    <p:sldId id="273" r:id="rId6"/>
    <p:sldId id="259" r:id="rId7"/>
    <p:sldId id="267" r:id="rId8"/>
    <p:sldId id="260" r:id="rId9"/>
    <p:sldId id="272" r:id="rId10"/>
    <p:sldId id="261" r:id="rId11"/>
    <p:sldId id="268" r:id="rId12"/>
    <p:sldId id="262" r:id="rId13"/>
    <p:sldId id="270" r:id="rId14"/>
    <p:sldId id="263" r:id="rId15"/>
    <p:sldId id="269" r:id="rId16"/>
    <p:sldId id="264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03</a:t>
            </a:r>
            <a:br>
              <a:rPr lang="en-US" dirty="0"/>
            </a:br>
            <a:r>
              <a:rPr lang="en-US" dirty="0"/>
              <a:t>NGỢI GIÊ-HÔ-VA </a:t>
            </a:r>
            <a:br>
              <a:rPr lang="en-US" dirty="0"/>
            </a:br>
            <a:r>
              <a:rPr lang="en-US" dirty="0"/>
              <a:t>THÁNH ÐẾ</a:t>
            </a:r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</a:t>
            </a:r>
            <a:r>
              <a:rPr lang="vi-VN" smtClean="0"/>
              <a:t>Ngợi </a:t>
            </a:r>
            <a:r>
              <a:rPr lang="vi-VN" dirty="0"/>
              <a:t>Giê-hô-va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Thánh Ðế,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Là Chân Chúa Áp-ra-ham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032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Từ</a:t>
            </a:r>
            <a:r>
              <a:rPr lang="en-US" dirty="0"/>
              <a:t> </a:t>
            </a:r>
            <a:r>
              <a:rPr lang="vi-VN" dirty="0"/>
              <a:t>xưa</a:t>
            </a:r>
            <a:r>
              <a:rPr lang="en-US" dirty="0"/>
              <a:t> </a:t>
            </a:r>
            <a:r>
              <a:rPr lang="vi-VN" dirty="0"/>
              <a:t>cho đến vĩnh viễn độc tôn, bác ái siêu phàm.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63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Trời đất thảy thảy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</a:t>
            </a:r>
            <a:r>
              <a:rPr lang="vi-VN" dirty="0"/>
              <a:t>chứng minh;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Tự hữu vĩnh hữu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duy Ngài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091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</a:t>
            </a:r>
            <a:r>
              <a:rPr lang="vi-VN" dirty="0"/>
              <a:t>uỳ đây tôi</a:t>
            </a:r>
            <a:r>
              <a:rPr lang="en-US" dirty="0"/>
              <a:t> </a:t>
            </a:r>
            <a:r>
              <a:rPr lang="vi-VN" dirty="0"/>
              <a:t>tung h</a:t>
            </a:r>
            <a:r>
              <a:rPr lang="en-US" dirty="0"/>
              <a:t>ô</a:t>
            </a:r>
            <a:br>
              <a:rPr lang="en-US" dirty="0"/>
            </a:br>
            <a:r>
              <a:rPr lang="vi-VN" dirty="0"/>
              <a:t>Ðấng Chí Thánh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hiển vinh</a:t>
            </a:r>
            <a:r>
              <a:rPr lang="en-US" dirty="0"/>
              <a:t> </a:t>
            </a:r>
            <a:r>
              <a:rPr lang="vi-VN" dirty="0"/>
              <a:t>lâu dài.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963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Ngợi Giê-hô-va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Thánh</a:t>
            </a:r>
            <a:r>
              <a:rPr lang="en-US" dirty="0"/>
              <a:t> </a:t>
            </a:r>
            <a:r>
              <a:rPr lang="vi-VN" dirty="0"/>
              <a:t>Ðế, nhờ lệnh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cao minh Chúa ban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330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Dìu</a:t>
            </a:r>
            <a:r>
              <a:rPr lang="en-US" dirty="0"/>
              <a:t> </a:t>
            </a:r>
            <a:r>
              <a:rPr lang="vi-VN" dirty="0"/>
              <a:t>tôi</a:t>
            </a:r>
            <a:r>
              <a:rPr lang="en-US" dirty="0"/>
              <a:t> </a:t>
            </a:r>
            <a:r>
              <a:rPr lang="vi-VN" dirty="0"/>
              <a:t>xa nhân thế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đến thượng thiên,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thỏa vui nhẹ nhàng.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632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Kể phú quý thảy</a:t>
            </a:r>
            <a:r>
              <a:rPr lang="en-US" dirty="0"/>
              <a:t> </a:t>
            </a:r>
            <a:r>
              <a:rPr lang="vi-VN" dirty="0"/>
              <a:t>ảo không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chọn phần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sở hữu</a:t>
            </a:r>
            <a:r>
              <a:rPr lang="en-US" dirty="0"/>
              <a:t> </a:t>
            </a:r>
            <a:r>
              <a:rPr lang="vi-VN" dirty="0"/>
              <a:t>duy Ngà</a:t>
            </a:r>
            <a:r>
              <a:rPr lang="en-US" dirty="0"/>
              <a:t>i</a:t>
            </a:r>
            <a:r>
              <a:rPr lang="vi-VN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103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Là khiên</a:t>
            </a:r>
            <a:r>
              <a:rPr lang="en-US" dirty="0"/>
              <a:t> </a:t>
            </a:r>
            <a:r>
              <a:rPr lang="vi-VN" dirty="0"/>
              <a:t>che thân,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cây tháp</a:t>
            </a:r>
            <a:r>
              <a:rPr lang="en-US" dirty="0"/>
              <a:t> </a:t>
            </a:r>
            <a:r>
              <a:rPr lang="vi-VN" dirty="0"/>
              <a:t>phủ bóng,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đỡ che tôi hoài.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062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Ngài thệ tuyên nhân danh thánh,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là lời tôi tin sắt đinh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093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Nhờ</a:t>
            </a:r>
            <a:r>
              <a:rPr lang="en-US" dirty="0"/>
              <a:t> </a:t>
            </a:r>
            <a:r>
              <a:rPr lang="vi-VN" dirty="0"/>
              <a:t>chim ưng kia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giương cánh vực tôi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cất lên thiên đình.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426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Ở đó yết bái Thánh nhan, tôn thờ quyền phép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thiên thượng.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458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Mừng vui ca khen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ân điển chói sáng.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Suốt cõi miên trường.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247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Nghìn muôn tinh binh đắc thắng.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Tạ ơn Ba Ngôi thánh thay.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935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Ngợi Cha, Con, Linh,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ca khúc trầm thăng,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chúc tôn đêm ngày.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358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Chúa Áp-ra-ham Chúa tôi, tôi cùng con Áp-ra-ham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2909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vi-VN" dirty="0"/>
              <a:t>ụng ca Ba Ngôi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Chân Chúa vô đối,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dũng uy siêu phàm.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007311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97</TotalTime>
  <Words>110</Words>
  <Application>Microsoft Office PowerPoint</Application>
  <PresentationFormat>Widescreen</PresentationFormat>
  <Paragraphs>17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faithstocks-template-powerpoint-001</vt:lpstr>
      <vt:lpstr>Thánh Ca 03 NGỢI GIÊ-HÔ-VA  THÁNH ÐẾ</vt:lpstr>
      <vt:lpstr>1. Ngợi Giê-hô-va  Thánh Ðế, Là Chân Chúa Áp-ra-ham</vt:lpstr>
      <vt:lpstr>Từ xưa cho đến vĩnh viễn độc tôn, bác ái siêu phàm.</vt:lpstr>
      <vt:lpstr>Trời đất thảy thảy  chứng minh; Tự hữu vĩnh hữu duy Ngài</vt:lpstr>
      <vt:lpstr>Quỳ đây tôi tung hô Ðấng Chí Thánh hiển vinh lâu dài. </vt:lpstr>
      <vt:lpstr>2. Ngợi Giê-hô-va Thánh Ðế, nhờ lệnh  cao minh Chúa ban</vt:lpstr>
      <vt:lpstr>Dìu tôi xa nhân thế  đến thượng thiên, thỏa vui nhẹ nhàng. </vt:lpstr>
      <vt:lpstr>Kể phú quý thảy ảo không chọn phần sở hữu duy Ngài </vt:lpstr>
      <vt:lpstr>Là khiên che thân, cây tháp phủ bóng, đỡ che tôi hoài. </vt:lpstr>
      <vt:lpstr>3. Ngài thệ tuyên nhân danh thánh, là lời tôi tin sắt đinh</vt:lpstr>
      <vt:lpstr>Nhờ chim ưng kia  giương cánh vực tôi cất lên thiên đình.</vt:lpstr>
      <vt:lpstr>Ở đó yết bái Thánh nhan, tôn thờ quyền phép thiên thượng.</vt:lpstr>
      <vt:lpstr>Mừng vui ca khen ân điển chói sáng.  Suốt cõi miên trường.</vt:lpstr>
      <vt:lpstr>4. Nghìn muôn tinh binh đắc thắng. Tạ ơn Ba Ngôi thánh thay.</vt:lpstr>
      <vt:lpstr>Ngợi Cha, Con, Linh, ca khúc trầm thăng, chúc tôn đêm ngày. </vt:lpstr>
      <vt:lpstr>Chúa Áp-ra-ham Chúa tôi, tôi cùng con Áp-ra-ham</vt:lpstr>
      <vt:lpstr>Tụng ca Ba Ngôi  Chân Chúa vô đối, dũng uy siêu phàm.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03 Ngợi Giê-hô-va  Thánh Ðế</dc:title>
  <dc:creator>Phan Minh Vinh An; KIETTTSE62520</dc:creator>
  <cp:lastModifiedBy>An Phan</cp:lastModifiedBy>
  <cp:revision>6</cp:revision>
  <dcterms:created xsi:type="dcterms:W3CDTF">2018-01-21T02:54:37Z</dcterms:created>
  <dcterms:modified xsi:type="dcterms:W3CDTF">2018-11-08T04:13:46Z</dcterms:modified>
</cp:coreProperties>
</file>