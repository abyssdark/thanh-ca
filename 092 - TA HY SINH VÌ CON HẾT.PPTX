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1"/>
  </p:notesMasterIdLst>
  <p:sldIdLst>
    <p:sldId id="256" r:id="rId2"/>
    <p:sldId id="257" r:id="rId3"/>
    <p:sldId id="258" r:id="rId4"/>
    <p:sldId id="260" r:id="rId5"/>
    <p:sldId id="261" r:id="rId6"/>
    <p:sldId id="263" r:id="rId7"/>
    <p:sldId id="264"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17F45B-B83E-4125-A5B6-A17F88494500}" type="datetimeFigureOut">
              <a:rPr lang="en-US" smtClean="0"/>
              <a:t>1/22/2018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B2C579-ABC5-4C15-B55D-5D77711891DF}" type="slidenum">
              <a:rPr lang="en-US" smtClean="0"/>
              <a:t>‹#›</a:t>
            </a:fld>
            <a:endParaRPr lang="en-US"/>
          </a:p>
        </p:txBody>
      </p:sp>
    </p:spTree>
    <p:extLst>
      <p:ext uri="{BB962C8B-B14F-4D97-AF65-F5344CB8AC3E}">
        <p14:creationId xmlns:p14="http://schemas.microsoft.com/office/powerpoint/2010/main" val="2636678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B2C579-ABC5-4C15-B55D-5D77711891DF}" type="slidenum">
              <a:rPr lang="en-US" smtClean="0"/>
              <a:t>1</a:t>
            </a:fld>
            <a:endParaRPr lang="en-US"/>
          </a:p>
        </p:txBody>
      </p:sp>
    </p:spTree>
    <p:extLst>
      <p:ext uri="{BB962C8B-B14F-4D97-AF65-F5344CB8AC3E}">
        <p14:creationId xmlns:p14="http://schemas.microsoft.com/office/powerpoint/2010/main" val="1512760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92</a:t>
            </a:r>
          </a:p>
          <a:p>
            <a:r>
              <a:rPr lang="vi-VN" dirty="0" smtClean="0"/>
              <a:t>TA HY SINH VÌ CON HẾT</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Ta hy sinh vì con hết, huyết tuôn tim nầy tan tành, đem con ra từ nơi chết, chuộc tội đặng con lại sanh;</a:t>
            </a:r>
            <a:endParaRPr lang="en-US" dirty="0"/>
          </a:p>
        </p:txBody>
      </p:sp>
    </p:spTree>
    <p:extLst>
      <p:ext uri="{BB962C8B-B14F-4D97-AF65-F5344CB8AC3E}">
        <p14:creationId xmlns:p14="http://schemas.microsoft.com/office/powerpoint/2010/main" val="613684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Ta đã phó tánh mạng cho con rồi, phó chi cho ta, con ôi?</a:t>
            </a:r>
            <a:r>
              <a:rPr lang="en-US" dirty="0" smtClean="0"/>
              <a:t> </a:t>
            </a:r>
            <a:r>
              <a:rPr lang="vi-VN" dirty="0" smtClean="0"/>
              <a:t>Ta đã phó tánh mạng cho con rồi, phó chi cho ta, con ôi?</a:t>
            </a:r>
            <a:endParaRPr lang="en-US" dirty="0"/>
          </a:p>
        </p:txBody>
      </p:sp>
    </p:spTree>
    <p:extLst>
      <p:ext uri="{BB962C8B-B14F-4D97-AF65-F5344CB8AC3E}">
        <p14:creationId xmlns:p14="http://schemas.microsoft.com/office/powerpoint/2010/main" val="3249273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Nơi Cha Ta ngự đẹp đẽ,  ngôi Ta sang trọng vô cùng, nhưng Ta vui lòng lâm thế, đê hèn, buồn thảm, hư không;</a:t>
            </a:r>
            <a:endParaRPr lang="en-US" dirty="0"/>
          </a:p>
        </p:txBody>
      </p:sp>
    </p:spTree>
    <p:extLst>
      <p:ext uri="{BB962C8B-B14F-4D97-AF65-F5344CB8AC3E}">
        <p14:creationId xmlns:p14="http://schemas.microsoft.com/office/powerpoint/2010/main" val="283547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Ta đã bỏ hết vì con kia rồi, bỏ chi cho Ta, con ôi?</a:t>
            </a:r>
            <a:r>
              <a:rPr lang="en-US" dirty="0" smtClean="0"/>
              <a:t> </a:t>
            </a:r>
            <a:r>
              <a:rPr lang="vi-VN" dirty="0" smtClean="0"/>
              <a:t>Ta đã bỏ hết vì con kia rồi, bỏ chi cho Ta, con ôi?</a:t>
            </a:r>
            <a:endParaRPr lang="en-US" dirty="0"/>
          </a:p>
        </p:txBody>
      </p:sp>
    </p:spTree>
    <p:extLst>
      <p:ext uri="{BB962C8B-B14F-4D97-AF65-F5344CB8AC3E}">
        <p14:creationId xmlns:p14="http://schemas.microsoft.com/office/powerpoint/2010/main" val="309759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Thương con Ta chịu đau khổ, trí con đâu kịp suy lường, đem con lên từ âm phủ, thân nầy chịu bao đau thương;</a:t>
            </a:r>
            <a:endParaRPr lang="en-US" dirty="0"/>
          </a:p>
        </p:txBody>
      </p:sp>
    </p:spTree>
    <p:extLst>
      <p:ext uri="{BB962C8B-B14F-4D97-AF65-F5344CB8AC3E}">
        <p14:creationId xmlns:p14="http://schemas.microsoft.com/office/powerpoint/2010/main" val="1770501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Ta đã gánh hết vì con kia rồi, gánh chi cho Ta, con ôi?</a:t>
            </a:r>
            <a:r>
              <a:rPr lang="en-US" dirty="0" smtClean="0"/>
              <a:t> </a:t>
            </a:r>
            <a:r>
              <a:rPr lang="vi-VN" dirty="0" smtClean="0"/>
              <a:t>Ta đã gánh hết vì con kia rồi, gánh chi cho Ta, con ôi?</a:t>
            </a:r>
            <a:endParaRPr lang="en-US" dirty="0"/>
          </a:p>
        </p:txBody>
      </p:sp>
    </p:spTree>
    <p:extLst>
      <p:ext uri="{BB962C8B-B14F-4D97-AF65-F5344CB8AC3E}">
        <p14:creationId xmlns:p14="http://schemas.microsoft.com/office/powerpoint/2010/main" val="20207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Ta vui xa lìa thiên quốc, giáng sanh đem đầy ơn hồng. Yêu thương, tha tội, ban phước, hoàn toàn đều ban nhưng</a:t>
            </a:r>
            <a:r>
              <a:rPr lang="en-US" baseline="0" dirty="0" smtClean="0"/>
              <a:t> </a:t>
            </a:r>
            <a:r>
              <a:rPr lang="vi-VN" dirty="0" smtClean="0"/>
              <a:t>không.</a:t>
            </a:r>
            <a:endParaRPr lang="en-US" dirty="0"/>
          </a:p>
        </p:txBody>
      </p:sp>
    </p:spTree>
    <p:extLst>
      <p:ext uri="{BB962C8B-B14F-4D97-AF65-F5344CB8AC3E}">
        <p14:creationId xmlns:p14="http://schemas.microsoft.com/office/powerpoint/2010/main" val="3838018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Ta phó hết bửu vật cho con rồi, đem chi cho Ta, con ôi?</a:t>
            </a:r>
            <a:r>
              <a:rPr lang="en-US" dirty="0" smtClean="0"/>
              <a:t> </a:t>
            </a:r>
            <a:r>
              <a:rPr lang="vi-VN" dirty="0" smtClean="0"/>
              <a:t>Ta phó hết bửu vật cho con rồi, đem chi cho Ta, con ôi?</a:t>
            </a:r>
            <a:endParaRPr lang="en-US" dirty="0"/>
          </a:p>
        </p:txBody>
      </p:sp>
    </p:spTree>
    <p:extLst>
      <p:ext uri="{BB962C8B-B14F-4D97-AF65-F5344CB8AC3E}">
        <p14:creationId xmlns:p14="http://schemas.microsoft.com/office/powerpoint/2010/main" val="297150800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270</Words>
  <Application>Microsoft Office PowerPoint</Application>
  <PresentationFormat>Custom</PresentationFormat>
  <Paragraphs>11</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faithstocks-template-powerpoint-001</vt:lpstr>
      <vt:lpstr>Thánh Ca 92 TA HY SINH VÌ CON HẾT</vt:lpstr>
      <vt:lpstr>1. Ta hy sinh vì con hết, huyết tuôn tim nầy tan tành, đem con ra từ nơi chết, chuộc tội đặng con lại sanh;</vt:lpstr>
      <vt:lpstr>Ta đã phó tánh mạng cho con rồi, phó chi cho ta, con ôi? Ta đã phó tánh mạng cho con rồi, phó chi cho ta, con ôi?</vt:lpstr>
      <vt:lpstr>2. Nơi Cha Ta ngự đẹp đẽ,  ngôi Ta sang trọng vô cùng, nhưng Ta vui lòng lâm thế, đê hèn, buồn thảm, hư không;</vt:lpstr>
      <vt:lpstr>Ta đã bỏ hết vì con kia rồi, bỏ chi cho Ta, con ôi? Ta đã bỏ hết vì con kia rồi, bỏ chi cho Ta, con ôi?</vt:lpstr>
      <vt:lpstr>3. Thương con Ta chịu đau khổ, trí con đâu kịp suy lường, đem con lên từ âm phủ, thân nầy chịu bao đau thương;</vt:lpstr>
      <vt:lpstr>Ta đã gánh hết vì con kia rồi, gánh chi cho Ta, con ôi? Ta đã gánh hết vì con kia rồi, gánh chi cho Ta, con ôi?</vt:lpstr>
      <vt:lpstr>4. Ta vui xa lìa thiên quốc, giáng sanh đem đầy ơn hồng. Yêu thương, tha tội, ban phước, hoàn toàn đều ban nhưng không.</vt:lpstr>
      <vt:lpstr>Ta phó hết bửu vật cho con rồi, đem chi cho Ta, con ôi? Ta phó hết bửu vật cho con rồi, đem chi cho Ta, con ôi?</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092 - Ta Hy Sinh Vì Con Hết   Thánh Ca 92 Ta Hy Sinh Vì Con Hết  1. Ta hy sinh vì con hết, huyết tuôn tim nầy tan tành, đem con ra từ nơi chết, chuộc tội đặng con lại sanh;   Ta đã phó tánh mạng cho con rồi, phó chi cho ta, con ôi?  Ta đã phó tánh mạng cho con rồi, phó chi cho ta, con ôi?  2. Nơi Cha Ta ngự đẹp đẽ,  ngôi Ta sang trọng vô cùng, nhưng Ta vui lòng lâm thế, đê hèn, buồn thảm, hư không;   Ta đã bỏ hết vì con kia rồi, bỏ chi cho Ta, con ôi?  Ta đã bỏ hết vì con kia rồi,  bỏ chi cho Ta, con ôi?  3. Thương con Ta chịu đau khổ, trí con đâu kịp suy lường, đem con lên từ âm phủ, thân nầy chịu bao  đau thương;   Ta đã gánh hết vì con kia rồi, gánh chi cho Ta, con ôi? Ta đã gánh hết vì con kia rồi, gánh chi cho Ta, con ôi?  Thánh Ca 92 Ta Hy Sinh Vì Con Hết  4. Ta vui xa lìa thiên quốc, giáng sanh đem đầy ơn hồng. Yêu thương, tha tội, ban phước, hoàn toàn đều ban nhưng không.   Ta phó hết bửu vật cho con rồi, đem chi cho Ta, con ôi? Ta phó hết bửu vật cho con rồi, đem chi cho Ta, con ôi?</dc:title>
  <dc:creator>Phan Minh Vinh An; An Phan</dc:creator>
  <cp:lastModifiedBy>An Phan</cp:lastModifiedBy>
  <cp:revision>2</cp:revision>
  <dcterms:created xsi:type="dcterms:W3CDTF">2018-01-22T13:58:03Z</dcterms:created>
  <dcterms:modified xsi:type="dcterms:W3CDTF">2018-01-22T14:00:21Z</dcterms:modified>
</cp:coreProperties>
</file>