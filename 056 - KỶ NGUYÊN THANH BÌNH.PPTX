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  <p:sldMasterId id="2147483760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34559" autoAdjust="0"/>
    <p:restoredTop sz="86477" autoAdjust="0"/>
  </p:normalViewPr>
  <p:slideViewPr>
    <p:cSldViewPr snapToGrid="0">
      <p:cViewPr varScale="1">
        <p:scale>
          <a:sx n="99" d="100"/>
          <a:sy n="99" d="100"/>
        </p:scale>
        <p:origin x="234" y="7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ên Bài Hát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32556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ời Bài Hát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27892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D7B5080-280C-457F-B1C3-02181A2D07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28773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91004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0A9F4E50-46AD-43BB-99B5-F85C751628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89587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71977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4B837F48-D0D6-45AC-A273-00953E86AED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7626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8216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32F8712E-8F83-406E-BBED-051BEA9949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1120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751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ên Bài Hát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394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ời Bài Hát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81151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Lời Bài Hát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13225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ên Bài Hát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D7B5080-280C-457F-B1C3-02181A2D07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0664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ời Bài Hát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45125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ên Bài Hát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0A9F4E50-46AD-43BB-99B5-F85C751628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29924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ời Bài Hát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202765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ên Bài Hát -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4B837F48-D0D6-45AC-A273-00953E86AED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944342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ời Bài Hát -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719947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ên Bài Hát -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32F8712E-8F83-406E-BBED-051BEA9949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21308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ời Bài Hát -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68718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4027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1" r:id="rId1"/>
    <p:sldLayoutId id="2147483754" r:id="rId2"/>
    <p:sldLayoutId id="2147483756" r:id="rId3"/>
    <p:sldLayoutId id="2147483743" r:id="rId4"/>
    <p:sldLayoutId id="2147483745" r:id="rId5"/>
    <p:sldLayoutId id="2147483757" r:id="rId6"/>
    <p:sldLayoutId id="2147483752" r:id="rId7"/>
    <p:sldLayoutId id="2147483758" r:id="rId8"/>
    <p:sldLayoutId id="2147483753" r:id="rId9"/>
    <p:sldLayoutId id="2147483759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95800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1" r:id="rId1"/>
    <p:sldLayoutId id="2147483762" r:id="rId2"/>
    <p:sldLayoutId id="2147483763" r:id="rId3"/>
    <p:sldLayoutId id="2147483764" r:id="rId4"/>
    <p:sldLayoutId id="2147483765" r:id="rId5"/>
    <p:sldLayoutId id="2147483766" r:id="rId6"/>
    <p:sldLayoutId id="2147483767" r:id="rId7"/>
    <p:sldLayoutId id="2147483768" r:id="rId8"/>
    <p:sldLayoutId id="2147483769" r:id="rId9"/>
    <p:sldLayoutId id="2147483770" r:id="rId10"/>
    <p:sldLayoutId id="21474837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9D7E4520-1441-4995-9C47-D3BAA68D3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Thánh</a:t>
            </a:r>
            <a:r>
              <a:rPr lang="en-US" dirty="0"/>
              <a:t> </a:t>
            </a:r>
            <a:r>
              <a:rPr lang="en-US" dirty="0" err="1"/>
              <a:t>Ca</a:t>
            </a:r>
            <a:r>
              <a:rPr lang="en-US" dirty="0"/>
              <a:t> 56</a:t>
            </a:r>
            <a:br>
              <a:rPr lang="en-US" dirty="0"/>
            </a:br>
            <a:r>
              <a:rPr lang="en-US" dirty="0"/>
              <a:t>KỶ NGUYÊN </a:t>
            </a:r>
            <a:br>
              <a:rPr lang="en-US" dirty="0"/>
            </a:br>
            <a:r>
              <a:rPr lang="en-US" dirty="0"/>
              <a:t>THANH BÌNH</a:t>
            </a:r>
          </a:p>
        </p:txBody>
      </p:sp>
    </p:spTree>
    <p:extLst>
      <p:ext uri="{BB962C8B-B14F-4D97-AF65-F5344CB8AC3E}">
        <p14:creationId xmlns:p14="http://schemas.microsoft.com/office/powerpoint/2010/main" val="21546465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1. </a:t>
            </a:r>
            <a:r>
              <a:rPr lang="vi-VN" dirty="0"/>
              <a:t>Tiếng chuông lừng vang đón mừng đêm mầu nhiệm vinh quang. Ngàn xưa muôn thiên sứ hân hoan bay liệng ca vang;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69928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vi-VN" dirty="0"/>
              <a:t>Ân điển vô biên cho nhân loại, hoan hỉ vô song cho muôn loài; Vì Hài Nhi Jêsus đến, đem kỷ nguyên thanh bình!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92432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vi-VN" dirty="0"/>
              <a:t>Phước thay! chào mừng đời ân điển! Hạnh thay! Hoan hô thời bình yên!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00404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vi-VN" dirty="0"/>
              <a:t>Xướng ca danh Jêsus muôn đời! Tán dương Vua uy linh trên trời, Huyền diệu thay Jêsus đến, đem kỷ nguyên thanh bình!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12159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2. Chúa nhân từ thương xót người tội trầm luân linh đinh. Lìa ngôi cao sang vẻ vang trên thiên đàng quang vinh;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65877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79" y="325925"/>
            <a:ext cx="11806989" cy="6237837"/>
          </a:xfrm>
        </p:spPr>
        <p:txBody>
          <a:bodyPr/>
          <a:lstStyle/>
          <a:p>
            <a:r>
              <a:rPr lang="vi-VN" dirty="0"/>
              <a:t>Lâm thế chết thay cho muôn người, lưu huyết hy sinh tha muôn đời; Kỳ diệu thay Chiên Con, Đấng đem kỷ nguyên thanh bình!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40941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Phước thay! chào mừng đời ân điển! Hạnh thay! Hoan hô thời bình yên!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0394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Xướng ca danh Jêsus muôn đời! Tán dương Vua uy linh trên trời, Huyền diệu thay Jêsus đến, đem kỷ nguyên thanh bình!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15370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3. Thế gian đầy tang chế, sầu muộn vì họa binh đao, ngàn muôn tim than vãn trông an ninh từ trên cao;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86494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6463" y="325925"/>
            <a:ext cx="11774905" cy="6237837"/>
          </a:xfrm>
        </p:spPr>
        <p:txBody>
          <a:bodyPr/>
          <a:lstStyle/>
          <a:p>
            <a:r>
              <a:rPr lang="vi-VN" dirty="0"/>
              <a:t>Mau đến ngay nghiêng trên ngực Ngài, Vua thánh ban yên vui lâu dài; Kìa Thần Nhân Jêsus đến, đem kỷ nguyên thanh bình!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19275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Phước thay! chào mừng đời ân điển! Hạnh thay! Hoan hô thời bình yên!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23990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Xướng ca danh Jêsus muôn đời! Tán dương Vua uy linh trên trời, Huyền diệu thay Jêsus đến, đem kỷ nguyên thanh bình!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9927249"/>
      </p:ext>
    </p:extLst>
  </p:cSld>
  <p:clrMapOvr>
    <a:masterClrMapping/>
  </p:clrMapOvr>
</p:sld>
</file>

<file path=ppt/theme/theme1.xml><?xml version="1.0" encoding="utf-8"?>
<a:theme xmlns:a="http://schemas.openxmlformats.org/drawingml/2006/main" name="faithstocks-template-powerpoint-00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F5C834B2-4A3E-49F7-9EB5-908E626B4A0E}" vid="{6886AF0C-C0C5-4004-8430-67B367CF969C}"/>
    </a:ext>
  </a:extLst>
</a:theme>
</file>

<file path=ppt/theme/theme2.xml><?xml version="1.0" encoding="utf-8"?>
<a:theme xmlns:a="http://schemas.openxmlformats.org/drawingml/2006/main" name="Presentation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ocument Themes.potx" id="{6A44481B-8EE0-4478-8270-5C7A3D7973D1}" vid="{BC5D5854-44EB-413B-9822-CB9A1AE0F1A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faithstocks-template-powerpoint-001</Template>
  <TotalTime>3</TotalTime>
  <Words>302</Words>
  <Application>Microsoft Office PowerPoint</Application>
  <PresentationFormat>Widescreen</PresentationFormat>
  <Paragraphs>13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faithstocks-template-powerpoint-001</vt:lpstr>
      <vt:lpstr>Presentation1</vt:lpstr>
      <vt:lpstr>Thánh Ca 56 KỶ NGUYÊN  THANH BÌNH</vt:lpstr>
      <vt:lpstr>1. Tiếng chuông lừng vang đón mừng đêm mầu nhiệm vinh quang. Ngàn xưa muôn thiên sứ hân hoan bay liệng ca vang;</vt:lpstr>
      <vt:lpstr>Ân điển vô biên cho nhân loại, hoan hỉ vô song cho muôn loài; Vì Hài Nhi Jêsus đến, đem kỷ nguyên thanh bình!</vt:lpstr>
      <vt:lpstr>Phước thay! chào mừng đời ân điển! Hạnh thay! Hoan hô thời bình yên! </vt:lpstr>
      <vt:lpstr>Xướng ca danh Jêsus muôn đời! Tán dương Vua uy linh trên trời, Huyền diệu thay Jêsus đến, đem kỷ nguyên thanh bình!</vt:lpstr>
      <vt:lpstr>2. Chúa nhân từ thương xót người tội trầm luân linh đinh. Lìa ngôi cao sang vẻ vang trên thiên đàng quang vinh; </vt:lpstr>
      <vt:lpstr>Lâm thế chết thay cho muôn người, lưu huyết hy sinh tha muôn đời; Kỳ diệu thay Chiên Con, Đấng đem kỷ nguyên thanh bình! </vt:lpstr>
      <vt:lpstr>Phước thay! chào mừng đời ân điển! Hạnh thay! Hoan hô thời bình yên! </vt:lpstr>
      <vt:lpstr>Xướng ca danh Jêsus muôn đời! Tán dương Vua uy linh trên trời, Huyền diệu thay Jêsus đến, đem kỷ nguyên thanh bình!</vt:lpstr>
      <vt:lpstr>3. Thế gian đầy tang chế, sầu muộn vì họa binh đao, ngàn muôn tim than vãn trông an ninh từ trên cao;</vt:lpstr>
      <vt:lpstr>Mau đến ngay nghiêng trên ngực Ngài, Vua thánh ban yên vui lâu dài; Kìa Thần Nhân Jêsus đến, đem kỷ nguyên thanh bình!</vt:lpstr>
      <vt:lpstr>Phước thay! chào mừng đời ân điển! Hạnh thay! Hoan hô thời bình yên! </vt:lpstr>
      <vt:lpstr>Xướng ca danh Jêsus muôn đời! Tán dương Vua uy linh trên trời, Huyền diệu thay Jêsus đến, đem kỷ nguyên thanh bình! </vt:lpstr>
    </vt:vector>
  </TitlesOfParts>
  <Company>ASI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Thánh Ca 56 KỶ NGUYÊN  THANH BÌNH</dc:title>
  <dc:creator>Phan Minh Vinh An; An Phan</dc:creator>
  <cp:lastModifiedBy>Phan Minh Vinh An</cp:lastModifiedBy>
  <cp:revision>3</cp:revision>
  <dcterms:created xsi:type="dcterms:W3CDTF">2018-01-21T12:35:48Z</dcterms:created>
  <dcterms:modified xsi:type="dcterms:W3CDTF">2018-11-03T07:04:44Z</dcterms:modified>
</cp:coreProperties>
</file>