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9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Ca 33</a:t>
            </a:r>
            <a:br>
              <a:rPr lang="vi-VN" dirty="0"/>
            </a:br>
            <a:r>
              <a:rPr lang="vi-VN" dirty="0"/>
              <a:t>DƯƠNG QUANG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TÂM HỒN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Dương </a:t>
            </a:r>
            <a:r>
              <a:rPr lang="vi-VN" dirty="0"/>
              <a:t>quang tâm hồn duy Chúa chí thân,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ban đêm không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còn khi Jêsus gần;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56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Nguyền luồng mây đen sạch tan mãi mãi, để chính mắt tôi trông rõ mặt Ngài.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881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Khi tôi trên giường đôi mắt lim dim, trong đêm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u tịch tôi ngủ êm đềm;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313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Nguyền hằng mơ Chúa, hồn thân khoan khóai, phước bấy cứ nghiêng đầu ở ngực Ngài.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350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Hôm nay xin Christ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luôn ở tâm hồn, như tôi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xa Ngài khôn thế sinh tồn;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811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Càng gần ban đêm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cầu Ngài ở với,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chẳng có Jêsus </a:t>
            </a:r>
            <a:br>
              <a:rPr lang="vi-VN" dirty="0"/>
            </a:br>
            <a:r>
              <a:rPr lang="vi-VN" dirty="0"/>
              <a:t>kinh khiếp qua đời.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402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Xin ban ơn hồi tôi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thức giấc điệp,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lúc khởi bước trên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dương thế bạt thiệp;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798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Tận hồi tôi đắm chìm trong bể ái, ở nước Chúa an vui cảnh thiên đài.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889204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1</TotalTime>
  <Words>99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faithstocks-template-powerpoint-001</vt:lpstr>
      <vt:lpstr>Thánh Ca 33 DƯƠNG QUANG TÂM HỒN</vt:lpstr>
      <vt:lpstr>1. Dương quang tâm hồn duy Chúa chí thân, ban đêm không còn khi Jêsus gần; </vt:lpstr>
      <vt:lpstr>Nguyền luồng mây đen sạch tan mãi mãi, để chính mắt tôi trông rõ mặt Ngài.</vt:lpstr>
      <vt:lpstr>2. Khi tôi trên giường đôi mắt lim dim, trong đêm u tịch tôi ngủ êm đềm; </vt:lpstr>
      <vt:lpstr>Nguyền hằng mơ Chúa, hồn thân khoan khóai, phước bấy cứ nghiêng đầu ở ngực Ngài.</vt:lpstr>
      <vt:lpstr>3. Hôm nay xin Christ luôn ở tâm hồn, như tôi xa Ngài khôn thế sinh tồn; </vt:lpstr>
      <vt:lpstr>Càng gần ban đêm cầu Ngài ở với, chẳng có Jêsus  kinh khiếp qua đời.</vt:lpstr>
      <vt:lpstr>4. Xin ban ơn hồi tôi thức giấc điệp, lúc khởi bước trên dương thế bạt thiệp; </vt:lpstr>
      <vt:lpstr>Tận hồi tôi đắm chìm trong bể ái, ở nước Chúa an vui cảnh thiên đài.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33 Dương Quang Tâm Hồn</dc:title>
  <dc:creator>Phan Minh Vinh An; KIETTTSE62520</dc:creator>
  <cp:lastModifiedBy>An Phan</cp:lastModifiedBy>
  <cp:revision>4</cp:revision>
  <dcterms:created xsi:type="dcterms:W3CDTF">2018-01-24T05:30:46Z</dcterms:created>
  <dcterms:modified xsi:type="dcterms:W3CDTF">2018-11-08T04:10:24Z</dcterms:modified>
</cp:coreProperties>
</file>