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59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Thánh Ca 09</a:t>
            </a:r>
            <a:br>
              <a:rPr lang="vi-VN" dirty="0"/>
            </a:br>
            <a:r>
              <a:rPr lang="vi-VN" dirty="0"/>
              <a:t>ƯỚC THUẬT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CHUYỆN TUYỆT ĐỐI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Ước </a:t>
            </a:r>
            <a:r>
              <a:rPr lang="vi-VN" dirty="0"/>
              <a:t>chi tôi thuật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chuyện tuyệt đối ra,</a:t>
            </a:r>
            <a:r>
              <a:rPr lang="en-US" dirty="0"/>
              <a:t> </a:t>
            </a:r>
            <a:r>
              <a:rPr lang="vi-VN" dirty="0"/>
              <a:t>Ồ lạ,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sự vinh quang kia vô giá,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Bởi Chúa Jêsus soi lòa.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695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Đàn cầm thánh quốc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ước gảy lên</a:t>
            </a:r>
            <a:br>
              <a:rPr lang="vi-VN" dirty="0"/>
            </a:br>
            <a:r>
              <a:rPr lang="vi-VN" dirty="0"/>
              <a:t>Hòa điệu với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tiếng ca Gáp-ri-ên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28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Vang rền điệu nhạc thượng thiên,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Thiên cung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ca khúc vang rền.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73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Ước hát luôn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về dòng huyết rơi,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Về sự chuộc tôi ơn cao khôn với, Thoát gánh ác, nguôi giận trời;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005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Nguyện tụng mỹ đức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công nghĩa hiển vinh,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Hồn tôi bởi đó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được áo trắng tinh;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5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Đời đời rạng lòa đẹp xinh, Dung quang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soi tỏa muôn hình.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9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Ước hát luôn luôn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về mọi đức tánh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và</a:t>
            </a:r>
            <a:r>
              <a:rPr lang="en-US" dirty="0"/>
              <a:t> </a:t>
            </a:r>
            <a:r>
              <a:rPr lang="vi-VN" dirty="0"/>
              <a:t>lòng yêu thương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 Chúa Thánh;</a:t>
            </a:r>
            <a:r>
              <a:rPr lang="en-US" dirty="0"/>
              <a:t> </a:t>
            </a:r>
            <a:r>
              <a:rPr lang="vi-VN" dirty="0"/>
              <a:t>Ấy Đấng chí tôn thiên thành;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63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Lời ca thánh thót</a:t>
            </a:r>
            <a:r>
              <a:rPr lang="en-US" dirty="0"/>
              <a:t> </a:t>
            </a:r>
            <a:br>
              <a:rPr lang="en-US" dirty="0"/>
            </a:br>
            <a:r>
              <a:rPr lang="vi-VN" dirty="0"/>
              <a:t>tôi sẽ hát tâu,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đời đời</a:t>
            </a:r>
            <a:r>
              <a:rPr lang="en-US" dirty="0"/>
              <a:t> </a:t>
            </a:r>
            <a:r>
              <a:rPr lang="vi-VN" dirty="0"/>
              <a:t>tán chúc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ơn Chúa thẳm sâu;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12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Để mọi người đều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cùng nhau, Nghe Danh vinh hiển nhiệm mầu.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559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Chẳng bao lâuJêsus Christ tái lai,</a:t>
            </a:r>
            <a:r>
              <a:rPr lang="en-US" dirty="0"/>
              <a:t> </a:t>
            </a:r>
            <a:r>
              <a:rPr lang="vi-VN" dirty="0"/>
              <a:t>Ngài đem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tôi lên thiên quốc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phước thái; Thỏa bấy ngắm dung nhan Ngài.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07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Ngài là Cứu Chúa tôi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Đấng chí thân, đời đời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với Chúa, tôi rất hỉ hân;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603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Thắng trận thật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nhờ hồng ân, vui tha</a:t>
            </a:r>
            <a:r>
              <a:rPr lang="en-US"/>
              <a:t>y</a:t>
            </a:r>
            <a:br>
              <a:rPr lang="en-US"/>
            </a:br>
            <a:r>
              <a:rPr lang="vi-VN"/>
              <a:t>tôi </a:t>
            </a:r>
            <a:r>
              <a:rPr lang="vi-VN" dirty="0"/>
              <a:t>thắng muôn phần.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711756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11</TotalTime>
  <Words>72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faithstocks-template-powerpoint-001</vt:lpstr>
      <vt:lpstr>Thánh Ca 09 ƯỚC THUẬT CHUYỆN TUYỆT ĐỐI</vt:lpstr>
      <vt:lpstr>1. Ước chi tôi thuật chuyện tuyệt đối ra, Ồ lạ, sự vinh quang kia vô giá, Bởi Chúa Jêsus soi lòa.</vt:lpstr>
      <vt:lpstr>Đàn cầm thánh quốc tôi ước gảy lên Hòa điệu với tiếng ca Gáp-ri-ên </vt:lpstr>
      <vt:lpstr>Vang rền điệu nhạc thượng thiên, Thiên cung ca khúc vang rền.</vt:lpstr>
      <vt:lpstr>2. Ước hát luôn luôn về dòng huyết rơi, Về sự chuộc tôi ơn cao khôn với, Thoát gánh ác, nguôi giận trời; </vt:lpstr>
      <vt:lpstr>Nguyện tụng mỹ đức công nghĩa hiển vinh, Hồn tôi bởi đó được áo trắng tinh; </vt:lpstr>
      <vt:lpstr>Đời đời rạng lòa đẹp xinh, Dung quang soi tỏa muôn hình.</vt:lpstr>
      <vt:lpstr>3. Ước hát luôn luôn về mọi đức tánh và lòng yêu thương Jêsus Chúa Thánh; Ấy Đấng chí tôn thiên thành; </vt:lpstr>
      <vt:lpstr>Lời ca thánh thót  tôi sẽ hát tâu, đời đời tán chúc ơn Chúa thẳm sâu; </vt:lpstr>
      <vt:lpstr>Để mọi người đều cùng nhau, Nghe Danh vinh hiển nhiệm mầu.</vt:lpstr>
      <vt:lpstr>4. Chẳng bao lâuJêsus Christ tái lai, Ngài đem tôi lên thiên quốc phước thái; Thỏa bấy ngắm dung nhan Ngài. </vt:lpstr>
      <vt:lpstr>Ngài là Cứu Chúa tôi Đấng chí thân, đời đời với Chúa, tôi rất hỉ hân; </vt:lpstr>
      <vt:lpstr>Thắng trận thật nhờ hồng ân, vui thay tôi thắng muôn phần.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09 Ước Thuật Chuyện Tuyệt Đối</dc:title>
  <dc:creator>Phan Minh Vinh An; KIETTTSE62520</dc:creator>
  <cp:lastModifiedBy>An Phan</cp:lastModifiedBy>
  <cp:revision>5</cp:revision>
  <dcterms:created xsi:type="dcterms:W3CDTF">2018-01-22T15:10:45Z</dcterms:created>
  <dcterms:modified xsi:type="dcterms:W3CDTF">2018-11-08T04:13:12Z</dcterms:modified>
</cp:coreProperties>
</file>