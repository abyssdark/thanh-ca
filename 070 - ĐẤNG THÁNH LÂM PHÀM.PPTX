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handoutMasterIdLst>
    <p:handoutMasterId r:id="rId20"/>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84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9335D11-41BA-4131-8174-F738B0045563}" type="datetimeFigureOut">
              <a:rPr lang="en-US" smtClean="0"/>
              <a:t>11/3/2018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88D2F88-9873-4B6B-984E-935D418D33C6}" type="slidenum">
              <a:rPr lang="en-US" smtClean="0"/>
              <a:t>‹#›</a:t>
            </a:fld>
            <a:endParaRPr lang="en-US"/>
          </a:p>
        </p:txBody>
      </p:sp>
    </p:spTree>
    <p:extLst>
      <p:ext uri="{BB962C8B-B14F-4D97-AF65-F5344CB8AC3E}">
        <p14:creationId xmlns:p14="http://schemas.microsoft.com/office/powerpoint/2010/main" val="343883656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034717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1351291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290083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208933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140969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79153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1353300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634259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085984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6201385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5107018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355409974"/>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70</a:t>
            </a:r>
          </a:p>
          <a:p>
            <a:r>
              <a:rPr lang="vi-VN" dirty="0"/>
              <a:t>ĐẤNG THÁNH</a:t>
            </a:r>
            <a:r>
              <a:rPr lang="en-US" dirty="0"/>
              <a:t> </a:t>
            </a:r>
            <a:br>
              <a:rPr lang="en-US" dirty="0"/>
            </a:br>
            <a:r>
              <a:rPr lang="vi-VN" dirty="0"/>
              <a:t>LÂM PHÀM</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Đêm vắng trời thanh canh khuya sao sáng, Có tiếng thiên thần báo vang, </a:t>
            </a:r>
            <a:endParaRPr lang="en-US" dirty="0"/>
          </a:p>
        </p:txBody>
      </p:sp>
    </p:spTree>
    <p:extLst>
      <p:ext uri="{BB962C8B-B14F-4D97-AF65-F5344CB8AC3E}">
        <p14:creationId xmlns:p14="http://schemas.microsoft.com/office/powerpoint/2010/main" val="252123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Mừng bấy bọn chăn bôn ba đến chỗ, Thấy Con sanh nơi máng cỏ. </a:t>
            </a:r>
            <a:endParaRPr lang="en-US" dirty="0"/>
          </a:p>
        </p:txBody>
      </p:sp>
    </p:spTree>
    <p:extLst>
      <p:ext uri="{BB962C8B-B14F-4D97-AF65-F5344CB8AC3E}">
        <p14:creationId xmlns:p14="http://schemas.microsoft.com/office/powerpoint/2010/main" val="3813418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Đấng Thánh lâm phàm, giữa đêm vinh hạnh, Đạo bình an, ân điển thấm khắp chúng sanh, </a:t>
            </a:r>
            <a:endParaRPr lang="en-US" dirty="0"/>
          </a:p>
        </p:txBody>
      </p:sp>
    </p:spTree>
    <p:extLst>
      <p:ext uri="{BB962C8B-B14F-4D97-AF65-F5344CB8AC3E}">
        <p14:creationId xmlns:p14="http://schemas.microsoft.com/office/powerpoint/2010/main" val="1030749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Bởi thương ta, Christ bỏ ngôi thiên đường, Màn sương chiếu đất thấu </a:t>
            </a:r>
            <a:br>
              <a:rPr lang="en-US" dirty="0"/>
            </a:br>
            <a:r>
              <a:rPr lang="vi-VN" dirty="0"/>
              <a:t>đêm trường.</a:t>
            </a:r>
            <a:endParaRPr lang="en-US" dirty="0"/>
          </a:p>
        </p:txBody>
      </p:sp>
    </p:spTree>
    <p:extLst>
      <p:ext uri="{BB962C8B-B14F-4D97-AF65-F5344CB8AC3E}">
        <p14:creationId xmlns:p14="http://schemas.microsoft.com/office/powerpoint/2010/main" val="2701262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Bác sĩ nhờ ngôi sao Mai soi sáng, Tiến bước bao nài</a:t>
            </a:r>
            <a:r>
              <a:rPr lang="en-US" baseline="0" dirty="0"/>
              <a:t> </a:t>
            </a:r>
            <a:r>
              <a:rPr lang="vi-VN" dirty="0"/>
              <a:t>khốn nan, </a:t>
            </a:r>
            <a:endParaRPr lang="en-US" dirty="0"/>
          </a:p>
        </p:txBody>
      </p:sp>
    </p:spTree>
    <p:extLst>
      <p:ext uri="{BB962C8B-B14F-4D97-AF65-F5344CB8AC3E}">
        <p14:creationId xmlns:p14="http://schemas.microsoft.com/office/powerpoint/2010/main" val="3982979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Ra mắt Hài Nhi đang nương trong quán, Kính dâng trân châu chúc tán.</a:t>
            </a:r>
            <a:endParaRPr lang="en-US" dirty="0"/>
          </a:p>
        </p:txBody>
      </p:sp>
    </p:spTree>
    <p:extLst>
      <p:ext uri="{BB962C8B-B14F-4D97-AF65-F5344CB8AC3E}">
        <p14:creationId xmlns:p14="http://schemas.microsoft.com/office/powerpoint/2010/main" val="352462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Đấng Thánh lâm phàm, giữa đêm vinh hạnh, Đạo bình an, ân điển thấm khắp chúng sanh, </a:t>
            </a:r>
            <a:endParaRPr lang="en-US" dirty="0"/>
          </a:p>
        </p:txBody>
      </p:sp>
    </p:spTree>
    <p:extLst>
      <p:ext uri="{BB962C8B-B14F-4D97-AF65-F5344CB8AC3E}">
        <p14:creationId xmlns:p14="http://schemas.microsoft.com/office/powerpoint/2010/main" val="4286167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Bởi thương ta, Christ bỏ ngôi thiên đường, Màn sương chiếu đất thấu </a:t>
            </a:r>
            <a:br>
              <a:rPr lang="en-US" dirty="0"/>
            </a:br>
            <a:r>
              <a:rPr lang="vi-VN" dirty="0"/>
              <a:t>đêm trường.</a:t>
            </a:r>
            <a:endParaRPr lang="en-US" dirty="0"/>
          </a:p>
        </p:txBody>
      </p:sp>
    </p:spTree>
    <p:extLst>
      <p:ext uri="{BB962C8B-B14F-4D97-AF65-F5344CB8AC3E}">
        <p14:creationId xmlns:p14="http://schemas.microsoft.com/office/powerpoint/2010/main" val="3093865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Ôi, cảnh vườn xưa A-đam sa ngã, Khiến tử tôn phục ác ma; </a:t>
            </a:r>
            <a:endParaRPr lang="en-US" dirty="0"/>
          </a:p>
        </p:txBody>
      </p:sp>
    </p:spTree>
    <p:extLst>
      <p:ext uri="{BB962C8B-B14F-4D97-AF65-F5344CB8AC3E}">
        <p14:creationId xmlns:p14="http://schemas.microsoft.com/office/powerpoint/2010/main" val="1032586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Máng cỏ hèn nay Jêsus sinh giáng, Cứu ta, đưa lên nơi sáng. </a:t>
            </a:r>
            <a:endParaRPr lang="en-US" dirty="0"/>
          </a:p>
        </p:txBody>
      </p:sp>
    </p:spTree>
    <p:extLst>
      <p:ext uri="{BB962C8B-B14F-4D97-AF65-F5344CB8AC3E}">
        <p14:creationId xmlns:p14="http://schemas.microsoft.com/office/powerpoint/2010/main" val="1774918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Đấng Thánh lâm phàm, giữa đêm vinh hạnh, Đạo bình an, ân điển thấm khắp chúng sanh,</a:t>
            </a:r>
            <a:endParaRPr lang="en-US" dirty="0"/>
          </a:p>
        </p:txBody>
      </p:sp>
    </p:spTree>
    <p:extLst>
      <p:ext uri="{BB962C8B-B14F-4D97-AF65-F5344CB8AC3E}">
        <p14:creationId xmlns:p14="http://schemas.microsoft.com/office/powerpoint/2010/main" val="2027507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Bởi thương ta, Christ bỏ ngôi thiên đường, Màn sương chiếu đất thấu </a:t>
            </a:r>
            <a:br>
              <a:rPr lang="en-US" dirty="0"/>
            </a:br>
            <a:r>
              <a:rPr lang="vi-VN" dirty="0"/>
              <a:t>đêm trường.</a:t>
            </a:r>
            <a:endParaRPr lang="en-US" dirty="0"/>
          </a:p>
        </p:txBody>
      </p:sp>
    </p:spTree>
    <p:extLst>
      <p:ext uri="{BB962C8B-B14F-4D97-AF65-F5344CB8AC3E}">
        <p14:creationId xmlns:p14="http://schemas.microsoft.com/office/powerpoint/2010/main" val="182955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Chân Chúa thành nhân ban ơn giải phóng, Thế giới khỏi vòng tử vong; </a:t>
            </a:r>
            <a:endParaRPr lang="en-US" dirty="0"/>
          </a:p>
        </p:txBody>
      </p:sp>
    </p:spTree>
    <p:extLst>
      <p:ext uri="{BB962C8B-B14F-4D97-AF65-F5344CB8AC3E}">
        <p14:creationId xmlns:p14="http://schemas.microsoft.com/office/powerpoint/2010/main" val="626421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Hạnh phước đời ta hân hoan, vui thỏa, Bởi tin hồng ân vô giá.</a:t>
            </a:r>
            <a:endParaRPr lang="en-US" dirty="0"/>
          </a:p>
        </p:txBody>
      </p:sp>
    </p:spTree>
    <p:extLst>
      <p:ext uri="{BB962C8B-B14F-4D97-AF65-F5344CB8AC3E}">
        <p14:creationId xmlns:p14="http://schemas.microsoft.com/office/powerpoint/2010/main" val="2033085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Đấng Thánh lâm phàm, giữa đêm vinh hạnh, Đạo bình an, ân điển thấm khắp chúng sanh,</a:t>
            </a:r>
            <a:endParaRPr lang="en-US" dirty="0"/>
          </a:p>
        </p:txBody>
      </p:sp>
    </p:spTree>
    <p:extLst>
      <p:ext uri="{BB962C8B-B14F-4D97-AF65-F5344CB8AC3E}">
        <p14:creationId xmlns:p14="http://schemas.microsoft.com/office/powerpoint/2010/main" val="2143905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Bởi thương ta, Christ bỏ ngôi thiên đường, Màn sương chiếu đất thấu </a:t>
            </a:r>
            <a:br>
              <a:rPr lang="en-US"/>
            </a:br>
            <a:r>
              <a:rPr lang="vi-VN"/>
              <a:t>đêm </a:t>
            </a:r>
            <a:r>
              <a:rPr lang="vi-VN" dirty="0"/>
              <a:t>trường.</a:t>
            </a:r>
            <a:endParaRPr lang="en-US" dirty="0"/>
          </a:p>
        </p:txBody>
      </p:sp>
    </p:spTree>
    <p:extLst>
      <p:ext uri="{BB962C8B-B14F-4D97-AF65-F5344CB8AC3E}">
        <p14:creationId xmlns:p14="http://schemas.microsoft.com/office/powerpoint/2010/main" val="2575399485"/>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faithstocks-template-powerpoint-001</Template>
  <TotalTime>3</TotalTime>
  <Words>286</Words>
  <Application>Microsoft Office PowerPoint</Application>
  <PresentationFormat>Widescreen</PresentationFormat>
  <Paragraphs>18</Paragraphs>
  <Slides>17</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Arial</vt:lpstr>
      <vt:lpstr>Calibri</vt:lpstr>
      <vt:lpstr>faithstocks-template-powerpoint-001</vt:lpstr>
      <vt:lpstr>Presentation1</vt:lpstr>
      <vt:lpstr>Thánh Ca 70 ĐẤNG THÁNH  LÂM PHÀM</vt:lpstr>
      <vt:lpstr>1. Đêm vắng trời thanh canh khuya sao sáng, Có tiếng thiên thần báo vang, </vt:lpstr>
      <vt:lpstr>Mừng bấy bọn chăn bôn ba đến chỗ, Thấy Con sanh nơi máng cỏ. </vt:lpstr>
      <vt:lpstr>Đấng Thánh lâm phàm, giữa đêm vinh hạnh, Đạo bình an, ân điển thấm khắp chúng sanh, </vt:lpstr>
      <vt:lpstr>Bởi thương ta, Christ bỏ ngôi thiên đường, Màn sương chiếu đất thấu  đêm trường.</vt:lpstr>
      <vt:lpstr>2. Bác sĩ nhờ ngôi sao Mai soi sáng, Tiến bước bao nài khốn nan, </vt:lpstr>
      <vt:lpstr>Ra mắt Hài Nhi đang nương trong quán, Kính dâng trân châu chúc tán.</vt:lpstr>
      <vt:lpstr>Đấng Thánh lâm phàm, giữa đêm vinh hạnh, Đạo bình an, ân điển thấm khắp chúng sanh, </vt:lpstr>
      <vt:lpstr>Bởi thương ta, Christ bỏ ngôi thiên đường, Màn sương chiếu đất thấu  đêm trường.</vt:lpstr>
      <vt:lpstr>3. Ôi, cảnh vườn xưa A-đam sa ngã, Khiến tử tôn phục ác ma; </vt:lpstr>
      <vt:lpstr>Máng cỏ hèn nay Jêsus sinh giáng, Cứu ta, đưa lên nơi sáng. </vt:lpstr>
      <vt:lpstr>Đấng Thánh lâm phàm, giữa đêm vinh hạnh, Đạo bình an, ân điển thấm khắp chúng sanh,</vt:lpstr>
      <vt:lpstr>Bởi thương ta, Christ bỏ ngôi thiên đường, Màn sương chiếu đất thấu  đêm trường.</vt:lpstr>
      <vt:lpstr>4. Chân Chúa thành nhân ban ơn giải phóng, Thế giới khỏi vòng tử vong; </vt:lpstr>
      <vt:lpstr>Hạnh phước đời ta hân hoan, vui thỏa, Bởi tin hồng ân vô giá.</vt:lpstr>
      <vt:lpstr>Đấng Thánh lâm phàm, giữa đêm vinh hạnh, Đạo bình an, ân điển thấm khắp chúng sanh,</vt:lpstr>
      <vt:lpstr>Bởi thương ta, Christ bỏ ngôi thiên đường, Màn sương chiếu đất thấu  đêm trường.</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TC 070 - Đấng Thánh Lâm Phàm   Thánh Ca 70 Đấng Thánh Lâm Phàm  1. Đêm vắng trời thanh canh khuya sao sáng, Có tiếng thiên thần báo vang,   Mừng bấy bọn chăn bôn ba đến chỗ, Thấy Con sanh  nơi máng cỏ.   Đấng Thánh lâm phàm, giữa đêm vinh hạnh, Đạo bình an, ân điển thấm khắp chúng sanh,   Bởi thương ta, Christ bỏ ngôi  thiên đường, Màn sương chiếu đất thấu đêm trường.  2. Bác sĩ nhờ ngôi sao Mai soi sáng, Tiến bước bao nài khốn nan,   Ra mắt Hài Nhi đang nương trong quán, Kính dâng trân châu chúc tán.   Đấng Thánh lâm phàm, giữa đêm vinh hạnh, Đạo bình an, ân điển thấm khắp chúng sanh,   Bởi thương ta, Christ bỏ ngôi  thiên đường, Màn sương chiếu đất thấu đêm trường.  3. Ôi, cảnh vườn xưa A-đam sa ngã, Khiến tử tôn  phục ác ma;   Máng cỏ hèn nay Jêsus sinh giáng, Cứu ta, đưa lên  nơi sáng.   Đấng Thánh lâm phàm, giữa đêm vinh hạnh, Đạo bình an, ân điển thấm khắp  chúng sanh,   Bởi thương ta, Christ bỏ ngôi  thiên đường, Màn sương chiếu đất thấu đêm trường.  Thánh Ca 70 Đấng Thánh Lâm Phàm  4. Chân Chúa thành nhân ban ơn giải phóng, Thế giới khỏi vòng tử vong;   Hạnh phước đời ta hân hoan, vui thỏa, Bởi tin hồng ân  vô giá.   Đấng Thánh lâm phàm, giữa đêm vinh hạnh, Đạo bình an, ân điển thấm khắp  chúng sanh,   Bởi thương ta, Christ bỏ ngôi  thiên đường, Màn sương chiếu đất thấu đêm trường.</dc:title>
  <dc:creator>Phan Minh Vinh An; An Phan</dc:creator>
  <cp:lastModifiedBy>Phan Minh Vinh An</cp:lastModifiedBy>
  <cp:revision>4</cp:revision>
  <dcterms:created xsi:type="dcterms:W3CDTF">2018-01-21T23:18:59Z</dcterms:created>
  <dcterms:modified xsi:type="dcterms:W3CDTF">2018-11-03T07:07:00Z</dcterms:modified>
</cp:coreProperties>
</file>