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72" r:id="rId5"/>
    <p:sldId id="273" r:id="rId6"/>
    <p:sldId id="259" r:id="rId7"/>
    <p:sldId id="260" r:id="rId8"/>
    <p:sldId id="261" r:id="rId9"/>
    <p:sldId id="262" r:id="rId10"/>
    <p:sldId id="263" r:id="rId11"/>
    <p:sldId id="274" r:id="rId12"/>
    <p:sldId id="275" r:id="rId13"/>
    <p:sldId id="265" r:id="rId14"/>
    <p:sldId id="266" r:id="rId15"/>
    <p:sldId id="267" r:id="rId16"/>
    <p:sldId id="268" r:id="rId17"/>
    <p:sldId id="276" r:id="rId18"/>
    <p:sldId id="277" r:id="rId19"/>
    <p:sldId id="270"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1986"/>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332248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273995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189864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225289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0574056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65176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79931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4123591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3244356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957221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2285320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08632995"/>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74</a:t>
            </a:r>
          </a:p>
          <a:p>
            <a:r>
              <a:rPr lang="vi-VN" dirty="0"/>
              <a:t>NGHE XA XA </a:t>
            </a:r>
          </a:p>
          <a:p>
            <a:r>
              <a:rPr lang="vi-VN" dirty="0"/>
              <a:t>ÐIỆU THẦN CA</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Ồ lạ lùng dường nào! nghe xa xa, Du dương bổng trầm điệu thần ca; </a:t>
            </a:r>
            <a:endParaRPr lang="en-US" dirty="0"/>
          </a:p>
        </p:txBody>
      </p:sp>
    </p:spTree>
    <p:extLst>
      <p:ext uri="{BB962C8B-B14F-4D97-AF65-F5344CB8AC3E}">
        <p14:creationId xmlns:p14="http://schemas.microsoft.com/office/powerpoint/2010/main" val="267936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Rền bầu trời giai vận thánh thót thay:</a:t>
            </a:r>
            <a:r>
              <a:rPr lang="en-US" baseline="0" dirty="0"/>
              <a:t> </a:t>
            </a:r>
            <a:r>
              <a:rPr lang="vi-VN" dirty="0"/>
              <a:t>"Ha-lê-lu-gia" trời vang dậy. </a:t>
            </a:r>
            <a:endParaRPr lang="en-US" dirty="0"/>
          </a:p>
        </p:txBody>
      </p:sp>
    </p:spTree>
    <p:extLst>
      <p:ext uri="{BB962C8B-B14F-4D97-AF65-F5344CB8AC3E}">
        <p14:creationId xmlns:p14="http://schemas.microsoft.com/office/powerpoint/2010/main" val="332215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Lặng yên nghe thiên binh cất tiếng thanh, Hoan ca cứu Chúa Christ </a:t>
            </a:r>
            <a:br>
              <a:rPr lang="en-US" dirty="0"/>
            </a:br>
            <a:r>
              <a:rPr lang="vi-VN" dirty="0"/>
              <a:t>giáng sinh: </a:t>
            </a:r>
            <a:endParaRPr lang="en-US" dirty="0"/>
          </a:p>
        </p:txBody>
      </p:sp>
    </p:spTree>
    <p:extLst>
      <p:ext uri="{BB962C8B-B14F-4D97-AF65-F5344CB8AC3E}">
        <p14:creationId xmlns:p14="http://schemas.microsoft.com/office/powerpoint/2010/main" val="1177973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khen Chúa danh vinh hiển lớn lao, Chói sáng mãi mãi trên </a:t>
            </a:r>
            <a:br>
              <a:rPr lang="en-US" dirty="0"/>
            </a:br>
            <a:r>
              <a:rPr lang="vi-VN" dirty="0"/>
              <a:t>trời cao. </a:t>
            </a:r>
            <a:endParaRPr lang="en-US" dirty="0"/>
          </a:p>
        </p:txBody>
      </p:sp>
    </p:spTree>
    <p:extLst>
      <p:ext uri="{BB962C8B-B14F-4D97-AF65-F5344CB8AC3E}">
        <p14:creationId xmlns:p14="http://schemas.microsoft.com/office/powerpoint/2010/main" val="1351902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Kia thiên thượng danh Cha thánh hiển vang, Nầy, địa hạ khắp nơi bình an.</a:t>
            </a:r>
            <a:endParaRPr lang="en-US" dirty="0"/>
          </a:p>
        </p:txBody>
      </p:sp>
    </p:spTree>
    <p:extLst>
      <p:ext uri="{BB962C8B-B14F-4D97-AF65-F5344CB8AC3E}">
        <p14:creationId xmlns:p14="http://schemas.microsoft.com/office/powerpoint/2010/main" val="193568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Ðây nhân loại từ nay hưởng phước thánh, Thỏa thay vui thay ngày</a:t>
            </a:r>
            <a:r>
              <a:rPr lang="en-US" baseline="0" dirty="0"/>
              <a:t> </a:t>
            </a:r>
            <a:r>
              <a:rPr lang="vi-VN" dirty="0"/>
              <a:t>Jêsus giáng sinh. </a:t>
            </a:r>
            <a:endParaRPr lang="en-US" dirty="0"/>
          </a:p>
        </p:txBody>
      </p:sp>
    </p:spTree>
    <p:extLst>
      <p:ext uri="{BB962C8B-B14F-4D97-AF65-F5344CB8AC3E}">
        <p14:creationId xmlns:p14="http://schemas.microsoft.com/office/powerpoint/2010/main" val="1409127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Rày toàn cầu được bình an vui thay, Muôn dân hưởng ân trạch từ nay;</a:t>
            </a:r>
            <a:endParaRPr lang="en-US" dirty="0"/>
          </a:p>
        </p:txBody>
      </p:sp>
    </p:spTree>
    <p:extLst>
      <p:ext uri="{BB962C8B-B14F-4D97-AF65-F5344CB8AC3E}">
        <p14:creationId xmlns:p14="http://schemas.microsoft.com/office/powerpoint/2010/main" val="1720815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Hồn được chuộc, muôn tội thứ tha ngay, Ðồn ra khắp tin mừng vui nầy: </a:t>
            </a:r>
            <a:endParaRPr lang="en-US" dirty="0"/>
          </a:p>
        </p:txBody>
      </p:sp>
    </p:spTree>
    <p:extLst>
      <p:ext uri="{BB962C8B-B14F-4D97-AF65-F5344CB8AC3E}">
        <p14:creationId xmlns:p14="http://schemas.microsoft.com/office/powerpoint/2010/main" val="2185252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Mừng Jêsus hôm nay đã giáng sinh,</a:t>
            </a:r>
            <a:r>
              <a:rPr lang="en-US" dirty="0"/>
              <a:t> </a:t>
            </a:r>
            <a:r>
              <a:rPr lang="vi-VN" dirty="0"/>
              <a:t>Khắp đất hãy ca tụng Chúa mình</a:t>
            </a:r>
            <a:r>
              <a:rPr lang="en-US" dirty="0"/>
              <a:t>,</a:t>
            </a:r>
          </a:p>
        </p:txBody>
      </p:sp>
    </p:spTree>
    <p:extLst>
      <p:ext uri="{BB962C8B-B14F-4D97-AF65-F5344CB8AC3E}">
        <p14:creationId xmlns:p14="http://schemas.microsoft.com/office/powerpoint/2010/main" val="1069535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Hoan nghinh Ðấng Cha ban xuống thế gian, Ðể cứu bách tánh được</a:t>
            </a:r>
            <a:br>
              <a:rPr lang="en-US" dirty="0"/>
            </a:br>
            <a:r>
              <a:rPr lang="vi-VN" dirty="0"/>
              <a:t>bình an.</a:t>
            </a:r>
            <a:endParaRPr lang="en-US" dirty="0"/>
          </a:p>
        </p:txBody>
      </p:sp>
    </p:spTree>
    <p:extLst>
      <p:ext uri="{BB962C8B-B14F-4D97-AF65-F5344CB8AC3E}">
        <p14:creationId xmlns:p14="http://schemas.microsoft.com/office/powerpoint/2010/main" val="3112619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Kia thiên thượng danh Cha thánh hiển vang, Nầy, địa hạ khắp nơi bình an.</a:t>
            </a:r>
            <a:endParaRPr lang="en-US" dirty="0"/>
          </a:p>
        </p:txBody>
      </p:sp>
    </p:spTree>
    <p:extLst>
      <p:ext uri="{BB962C8B-B14F-4D97-AF65-F5344CB8AC3E}">
        <p14:creationId xmlns:p14="http://schemas.microsoft.com/office/powerpoint/2010/main" val="801889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Ðây nhân loại từ nay hưởng phước thánh, Thỏa thay vui thay ngày Jêsus giáng sinh.</a:t>
            </a:r>
            <a:endParaRPr lang="en-US" dirty="0"/>
          </a:p>
        </p:txBody>
      </p:sp>
    </p:spTree>
    <p:extLst>
      <p:ext uri="{BB962C8B-B14F-4D97-AF65-F5344CB8AC3E}">
        <p14:creationId xmlns:p14="http://schemas.microsoft.com/office/powerpoint/2010/main" val="1376322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Cùng họp lại thờ Ngài anh em ta, Tôn vinh Chúa vì tội được tha;</a:t>
            </a:r>
            <a:endParaRPr lang="en-US" dirty="0"/>
          </a:p>
        </p:txBody>
      </p:sp>
    </p:spTree>
    <p:extLst>
      <p:ext uri="{BB962C8B-B14F-4D97-AF65-F5344CB8AC3E}">
        <p14:creationId xmlns:p14="http://schemas.microsoft.com/office/powerpoint/2010/main" val="3034102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Giờ được gặp mặt Ngài trên thiên cung rồi ta sẽ khen Ngài vô cùng.</a:t>
            </a:r>
            <a:endParaRPr lang="en-US" dirty="0"/>
          </a:p>
        </p:txBody>
      </p:sp>
    </p:spTree>
    <p:extLst>
      <p:ext uri="{BB962C8B-B14F-4D97-AF65-F5344CB8AC3E}">
        <p14:creationId xmlns:p14="http://schemas.microsoft.com/office/powerpoint/2010/main" val="2988621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Vậy ta nên hâm mộ tích Thánh Anh,</a:t>
            </a:r>
            <a:r>
              <a:rPr lang="en-US" dirty="0"/>
              <a:t> </a:t>
            </a:r>
            <a:r>
              <a:rPr lang="vi-VN" dirty="0"/>
              <a:t>Chiếu ánh sáng thánh cho</a:t>
            </a:r>
            <a:br>
              <a:rPr lang="en-US" dirty="0"/>
            </a:br>
            <a:r>
              <a:rPr lang="vi-VN" dirty="0"/>
              <a:t>chúng sanh;</a:t>
            </a:r>
            <a:endParaRPr lang="en-US" dirty="0"/>
          </a:p>
        </p:txBody>
      </p:sp>
    </p:spTree>
    <p:extLst>
      <p:ext uri="{BB962C8B-B14F-4D97-AF65-F5344CB8AC3E}">
        <p14:creationId xmlns:p14="http://schemas.microsoft.com/office/powerpoint/2010/main" val="2877223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Cùng đi khắp rao Tin Lành cứu ân: Ấy Chúa Christ bữa nay thành nhân.</a:t>
            </a:r>
            <a:endParaRPr lang="en-US" dirty="0"/>
          </a:p>
        </p:txBody>
      </p:sp>
    </p:spTree>
    <p:extLst>
      <p:ext uri="{BB962C8B-B14F-4D97-AF65-F5344CB8AC3E}">
        <p14:creationId xmlns:p14="http://schemas.microsoft.com/office/powerpoint/2010/main" val="584186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Kia thiên thượng danh Cha thánh hiển vang, Nầy, địa hạ khắp nơi bình an.</a:t>
            </a:r>
            <a:endParaRPr lang="en-US" dirty="0"/>
          </a:p>
        </p:txBody>
      </p:sp>
    </p:spTree>
    <p:extLst>
      <p:ext uri="{BB962C8B-B14F-4D97-AF65-F5344CB8AC3E}">
        <p14:creationId xmlns:p14="http://schemas.microsoft.com/office/powerpoint/2010/main" val="3080140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Ðây nhân loại từ nay hưởng phước thánh, Thỏa thay vui thay ngày</a:t>
            </a:r>
            <a:r>
              <a:rPr lang="en-US" dirty="0"/>
              <a:t> </a:t>
            </a:r>
            <a:r>
              <a:rPr lang="vi-VN" dirty="0"/>
              <a:t>Jêsus giáng sinh. </a:t>
            </a:r>
            <a:endParaRPr lang="en-US" dirty="0"/>
          </a:p>
        </p:txBody>
      </p:sp>
    </p:spTree>
    <p:extLst>
      <p:ext uri="{BB962C8B-B14F-4D97-AF65-F5344CB8AC3E}">
        <p14:creationId xmlns:p14="http://schemas.microsoft.com/office/powerpoint/2010/main" val="1480701646"/>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7</TotalTime>
  <Words>188</Words>
  <Application>Microsoft Office PowerPoint</Application>
  <PresentationFormat>Widescreen</PresentationFormat>
  <Paragraphs>21</Paragraphs>
  <Slides>19</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19</vt:i4>
      </vt:variant>
    </vt:vector>
  </HeadingPairs>
  <TitlesOfParts>
    <vt:vector size="22" baseType="lpstr">
      <vt:lpstr>Arial</vt:lpstr>
      <vt:lpstr>faithstocks-template-powerpoint-001</vt:lpstr>
      <vt:lpstr>Presentation1</vt:lpstr>
      <vt:lpstr>Thánh Ca 74 NGHE XA XA  ÐIỆU THẦN CA</vt:lpstr>
      <vt:lpstr>1. Ồ lạ lùng dường nào! nghe xa xa, Du dương bổng trầm điệu thần ca; </vt:lpstr>
      <vt:lpstr>Rền bầu trời giai vận thánh thót thay: "Ha-lê-lu-gia" trời vang dậy. </vt:lpstr>
      <vt:lpstr>Lặng yên nghe thiên binh cất tiếng thanh, Hoan ca cứu Chúa Christ  giáng sinh: </vt:lpstr>
      <vt:lpstr>"Ngợi khen Chúa danh vinh hiển lớn lao, Chói sáng mãi mãi trên  trời cao. </vt:lpstr>
      <vt:lpstr>Kia thiên thượng danh Cha thánh hiển vang, Nầy, địa hạ khắp nơi bình an.</vt:lpstr>
      <vt:lpstr>Ðây nhân loại từ nay hưởng phước thánh, Thỏa thay vui thay ngày Jêsus giáng sinh. </vt:lpstr>
      <vt:lpstr>2. Rày toàn cầu được bình an vui thay, Muôn dân hưởng ân trạch từ nay;</vt:lpstr>
      <vt:lpstr>Hồn được chuộc, muôn tội thứ tha ngay, Ðồn ra khắp tin mừng vui nầy: </vt:lpstr>
      <vt:lpstr>Mừng Jêsus hôm nay đã giáng sinh, Khắp đất hãy ca tụng Chúa mình,</vt:lpstr>
      <vt:lpstr>Hoan nghinh Ðấng Cha ban xuống thế gian, Ðể cứu bách tánh được bình an.</vt:lpstr>
      <vt:lpstr>Kia thiên thượng danh Cha thánh hiển vang, Nầy, địa hạ khắp nơi bình an.</vt:lpstr>
      <vt:lpstr>Ðây nhân loại từ nay hưởng phước thánh, Thỏa thay vui thay ngày Jêsus giáng sinh.</vt:lpstr>
      <vt:lpstr>3. Cùng họp lại thờ Ngài anh em ta, Tôn vinh Chúa vì tội được tha;</vt:lpstr>
      <vt:lpstr>Giờ được gặp mặt Ngài trên thiên cung rồi ta sẽ khen Ngài vô cùng.</vt:lpstr>
      <vt:lpstr>Vậy ta nên hâm mộ tích Thánh Anh, Chiếu ánh sáng thánh cho chúng sanh;</vt:lpstr>
      <vt:lpstr>Cùng đi khắp rao Tin Lành cứu ân: Ấy Chúa Christ bữa nay thành nhân.</vt:lpstr>
      <vt:lpstr>Kia thiên thượng danh Cha thánh hiển vang, Nầy, địa hạ khắp nơi bình an.</vt:lpstr>
      <vt:lpstr>Ðây nhân loại từ nay hưởng phước thánh, Thỏa thay vui thay ngày Jêsus giáng sinh. </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074 - Nghe Xa Xa Ðiệu Thần Ca   Thánh Ca 74 Nghe Xa Xa  Ðiệu Thần Ca  1.  Ồ lạ lùng dường nào! nghe xa xa, Du dương bổng trầm điệu thần ca; Rền bầu trời giai vận thánh thót thay:   "Ha-lê-lu-gia" trời vang dậy. Lặng yên nghe thiên binh cất tiếng thanh, Hoan ca cứu Chúa Christ giáng sinh:   "Ngợi khen Chúa danh vinh hiển lớn lao, Chói sáng mãi mãi trên trời cao.   Kia thiên thượng danh Cha thánh hiển vang, Nầy, địa hạ khắp nơi bình an.  Ðây nhân loại từ nay hưởng phước thánh, Thỏa thay  vui thay ngày Jêsus giáng sinh.   2.  Rày toàn cầu được bình an vui thay, Muôn dân hưởng ân trạch từ nay;   Hồn được chuộc, muôn tội thứ tha ngay, Ðồn ra khắp tin mừng vui nầy: Mừng Jêsus hôm nay đã giáng sinh,   Khắp đất hãy ca tụng Chúa mình, Hoan nghinh Ðấng Cha ban xuống thế gian, Ðể cứu bách tánh được bình an.   Kia thiên thượng danh Cha thánh hiển vang, Nầy, địa hạ khắp nơi bình an.  Ðây nhân loại từ nay hưởng phước thánh, Thỏa thay  vui thay ngày  Jêsus giáng sinh.   Thánh Ca 74 Nghe Xa Xa  Ðiệu Thần Ca  3.  Cùng họp lại thờ Ngài anh em ta, Tôn vinh Chúa  vì tội được tha;   Giờ được gặp mặt Ngài trên thiên cung rồi ta sẽ khen Ngài vô cùng. Vậy ta nên hâm mộ tích Thánh Anh,   Chiếu ánh sáng thánh cho chúng sanh; Cùng đi khắp rao Tin Lành cứu ân: Ấy Chúa Christ bữa nay thành nhân.   Kia thiên thượng danh Cha thánh hiển vang, Nầy, địa hạ khắp nơi bình an.  Ðây nhân loại từ nay hưởng phước thánh, Thỏa thay  vui thay ngày  Jêsus giáng sinh. </dc:title>
  <dc:creator>Phan Minh Vinh An; An Phan</dc:creator>
  <cp:lastModifiedBy>Phan Minh Vinh An</cp:lastModifiedBy>
  <cp:revision>5</cp:revision>
  <dcterms:created xsi:type="dcterms:W3CDTF">2018-01-21T23:37:36Z</dcterms:created>
  <dcterms:modified xsi:type="dcterms:W3CDTF">2018-11-03T07:08:49Z</dcterms:modified>
</cp:coreProperties>
</file>