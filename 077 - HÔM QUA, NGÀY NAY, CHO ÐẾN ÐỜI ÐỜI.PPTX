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notesMasterIdLst>
    <p:notesMasterId r:id="rId20"/>
  </p:notesMasterIdLst>
  <p:sldIdLst>
    <p:sldId id="256" r:id="rId3"/>
    <p:sldId id="257" r:id="rId4"/>
    <p:sldId id="282" r:id="rId5"/>
    <p:sldId id="260" r:id="rId6"/>
    <p:sldId id="280" r:id="rId7"/>
    <p:sldId id="263" r:id="rId8"/>
    <p:sldId id="278" r:id="rId9"/>
    <p:sldId id="283" r:id="rId10"/>
    <p:sldId id="284" r:id="rId11"/>
    <p:sldId id="268" r:id="rId12"/>
    <p:sldId id="269" r:id="rId13"/>
    <p:sldId id="285" r:id="rId14"/>
    <p:sldId id="286" r:id="rId15"/>
    <p:sldId id="273" r:id="rId16"/>
    <p:sldId id="274" r:id="rId17"/>
    <p:sldId id="287" r:id="rId18"/>
    <p:sldId id="28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34580" autoAdjust="0"/>
    <p:restoredTop sz="86410" autoAdjust="0"/>
  </p:normalViewPr>
  <p:slideViewPr>
    <p:cSldViewPr snapToGrid="0">
      <p:cViewPr varScale="1">
        <p:scale>
          <a:sx n="94" d="100"/>
          <a:sy n="94" d="100"/>
        </p:scale>
        <p:origin x="108"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E0AD1E-8C14-41AC-91F5-80690C2B2A04}" type="datetimeFigureOut">
              <a:rPr lang="en-US" smtClean="0"/>
              <a:t>11/3/2018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B5CFF7-FC3A-46FA-9F27-0A07050D4CD8}" type="slidenum">
              <a:rPr lang="en-US" smtClean="0"/>
              <a:t>‹#›</a:t>
            </a:fld>
            <a:endParaRPr lang="en-US"/>
          </a:p>
        </p:txBody>
      </p:sp>
    </p:spTree>
    <p:extLst>
      <p:ext uri="{BB962C8B-B14F-4D97-AF65-F5344CB8AC3E}">
        <p14:creationId xmlns:p14="http://schemas.microsoft.com/office/powerpoint/2010/main" val="423821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B5CFF7-FC3A-46FA-9F27-0A07050D4CD8}" type="slidenum">
              <a:rPr lang="en-US" smtClean="0"/>
              <a:t>1</a:t>
            </a:fld>
            <a:endParaRPr lang="en-US"/>
          </a:p>
        </p:txBody>
      </p:sp>
    </p:spTree>
    <p:extLst>
      <p:ext uri="{BB962C8B-B14F-4D97-AF65-F5344CB8AC3E}">
        <p14:creationId xmlns:p14="http://schemas.microsoft.com/office/powerpoint/2010/main" val="3648139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589903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319481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096139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998966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398907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780960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857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92787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79270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641585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606436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0488472"/>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77</a:t>
            </a:r>
          </a:p>
          <a:p>
            <a:r>
              <a:rPr lang="vi-VN" dirty="0"/>
              <a:t>HÔM QUA, NGÀY NAY, CHO ÐẾN ÐỜI ÐỜI</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325925"/>
            <a:ext cx="11790948" cy="6237837"/>
          </a:xfrm>
        </p:spPr>
        <p:txBody>
          <a:bodyPr/>
          <a:lstStyle/>
          <a:p>
            <a:pPr>
              <a:buNone/>
            </a:pPr>
            <a:r>
              <a:rPr lang="en-US" dirty="0"/>
              <a:t>1.</a:t>
            </a:r>
            <a:r>
              <a:rPr lang="vi-VN" dirty="0"/>
              <a:t> Ai tin thành thực câu kinh thánh đây, Ðều hưởng ơn vẹn tuyền;</a:t>
            </a:r>
            <a:r>
              <a:rPr lang="en-US" dirty="0"/>
              <a:t> </a:t>
            </a:r>
            <a:r>
              <a:rPr lang="vi-VN" dirty="0"/>
              <a:t>Hôm qua, ngày nay, cho đến mãi sau, Jêsus vẫn y nguyên.</a:t>
            </a:r>
            <a:endParaRPr lang="en-US" dirty="0"/>
          </a:p>
        </p:txBody>
      </p:sp>
    </p:spTree>
    <p:extLst>
      <p:ext uri="{BB962C8B-B14F-4D97-AF65-F5344CB8AC3E}">
        <p14:creationId xmlns:p14="http://schemas.microsoft.com/office/powerpoint/2010/main" val="2111509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547" y="325925"/>
            <a:ext cx="11645701" cy="6237837"/>
          </a:xfrm>
        </p:spPr>
        <p:txBody>
          <a:bodyPr/>
          <a:lstStyle/>
          <a:p>
            <a:r>
              <a:rPr lang="vi-VN" dirty="0"/>
              <a:t>Chúa vẫn thương tội nhân cứu rỗi ngay,</a:t>
            </a:r>
            <a:r>
              <a:rPr lang="en-US" dirty="0"/>
              <a:t> </a:t>
            </a:r>
            <a:r>
              <a:rPr lang="vi-VN" dirty="0"/>
              <a:t>Trị bất câu bịnh nào,</a:t>
            </a:r>
            <a:r>
              <a:rPr lang="en-US" dirty="0"/>
              <a:t> P</a:t>
            </a:r>
            <a:r>
              <a:rPr lang="vi-VN" dirty="0"/>
              <a:t>hong ba bình tịnh, tang tóc ủy yên, Chúa hiển vinh</a:t>
            </a:r>
            <a:r>
              <a:rPr lang="en-US" dirty="0"/>
              <a:t> </a:t>
            </a:r>
            <a:r>
              <a:rPr lang="vi-VN" dirty="0"/>
              <a:t>dường bao.</a:t>
            </a:r>
            <a:endParaRPr lang="en-US" dirty="0"/>
          </a:p>
        </p:txBody>
      </p:sp>
    </p:spTree>
    <p:extLst>
      <p:ext uri="{BB962C8B-B14F-4D97-AF65-F5344CB8AC3E}">
        <p14:creationId xmlns:p14="http://schemas.microsoft.com/office/powerpoint/2010/main" val="1175117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Jêsus bữa qua, hôm nay, mãi sau, Thật không thay đổi đâu;</a:t>
            </a:r>
            <a:r>
              <a:rPr lang="en-US" dirty="0"/>
              <a:t> </a:t>
            </a:r>
            <a:r>
              <a:rPr lang="vi-VN" dirty="0"/>
              <a:t>Chúa bất biến tuy non sông đổi màu, Ðẹp bấy danh Jêsus, </a:t>
            </a:r>
            <a:endParaRPr lang="en-US" dirty="0"/>
          </a:p>
        </p:txBody>
      </p:sp>
    </p:spTree>
    <p:extLst>
      <p:ext uri="{BB962C8B-B14F-4D97-AF65-F5344CB8AC3E}">
        <p14:creationId xmlns:p14="http://schemas.microsoft.com/office/powerpoint/2010/main" val="2509496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Vinh diệu danh Jêsus,</a:t>
            </a:r>
            <a:r>
              <a:rPr lang="en-US" dirty="0"/>
              <a:t> </a:t>
            </a:r>
            <a:br>
              <a:rPr lang="en-US" dirty="0"/>
            </a:br>
            <a:r>
              <a:rPr lang="vi-VN" dirty="0"/>
              <a:t>Vinh thay danh Jêsus.</a:t>
            </a:r>
            <a:br>
              <a:rPr lang="en-US" dirty="0"/>
            </a:br>
            <a:r>
              <a:rPr lang="vi-VN" dirty="0"/>
              <a:t>Dẫu thiên di, địa dịch Ngài còn đấy, Hiển vinh danh Ngài thay!</a:t>
            </a:r>
            <a:endParaRPr lang="en-US" dirty="0"/>
          </a:p>
        </p:txBody>
      </p:sp>
    </p:spTree>
    <p:extLst>
      <p:ext uri="{BB962C8B-B14F-4D97-AF65-F5344CB8AC3E}">
        <p14:creationId xmlns:p14="http://schemas.microsoft.com/office/powerpoint/2010/main" val="4290885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Xưa Jêsus bạn thân của ác nhân, hiện kiếm anh</a:t>
            </a:r>
            <a:br>
              <a:rPr lang="en-US" dirty="0"/>
            </a:br>
            <a:r>
              <a:rPr lang="vi-VN" dirty="0"/>
              <a:t>lạc về;</a:t>
            </a:r>
            <a:r>
              <a:rPr lang="en-US" dirty="0"/>
              <a:t> </a:t>
            </a:r>
            <a:r>
              <a:rPr lang="vi-VN" dirty="0"/>
              <a:t>Xin anh quy phục nơi chân Chúa mau, Ăn năn chớ câu nệ.</a:t>
            </a:r>
            <a:endParaRPr lang="en-US" dirty="0"/>
          </a:p>
        </p:txBody>
      </p:sp>
    </p:spTree>
    <p:extLst>
      <p:ext uri="{BB962C8B-B14F-4D97-AF65-F5344CB8AC3E}">
        <p14:creationId xmlns:p14="http://schemas.microsoft.com/office/powerpoint/2010/main" val="129042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Ðấng đã phán: "Ta cũng miễn xét ngươi, Về, chớ tái phạm rày". Ðinh ninh kìa Ngài đem câu ấy vui phán với anh ngày nay.</a:t>
            </a:r>
            <a:endParaRPr lang="en-US" dirty="0"/>
          </a:p>
        </p:txBody>
      </p:sp>
    </p:spTree>
    <p:extLst>
      <p:ext uri="{BB962C8B-B14F-4D97-AF65-F5344CB8AC3E}">
        <p14:creationId xmlns:p14="http://schemas.microsoft.com/office/powerpoint/2010/main" val="613520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Jêsus bữa qua, hôm nay, mãi sau, Thật không thay đổi đâu;</a:t>
            </a:r>
            <a:r>
              <a:rPr lang="en-US" dirty="0"/>
              <a:t> </a:t>
            </a:r>
            <a:r>
              <a:rPr lang="vi-VN" dirty="0"/>
              <a:t>Chúa bất biến tuy non sông đổi màu, Ðẹp bấy danh Jêsus, </a:t>
            </a:r>
            <a:endParaRPr lang="en-US" dirty="0"/>
          </a:p>
        </p:txBody>
      </p:sp>
    </p:spTree>
    <p:extLst>
      <p:ext uri="{BB962C8B-B14F-4D97-AF65-F5344CB8AC3E}">
        <p14:creationId xmlns:p14="http://schemas.microsoft.com/office/powerpoint/2010/main" val="4276662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Vinh diệu danh Jêsus,</a:t>
            </a:r>
            <a:r>
              <a:rPr lang="en-US" dirty="0"/>
              <a:t> </a:t>
            </a:r>
            <a:br>
              <a:rPr lang="en-US" dirty="0"/>
            </a:br>
            <a:r>
              <a:rPr lang="vi-VN" dirty="0"/>
              <a:t>Vinh thay danh Jêsus.</a:t>
            </a:r>
            <a:br>
              <a:rPr lang="en-US" dirty="0"/>
            </a:br>
            <a:r>
              <a:rPr lang="vi-VN" dirty="0"/>
              <a:t>Dẫu thiên di, địa dịch Ngài còn đấy, Hiển vinh danh Ngài thay!</a:t>
            </a:r>
            <a:endParaRPr lang="en-US" dirty="0"/>
          </a:p>
        </p:txBody>
      </p:sp>
    </p:spTree>
    <p:extLst>
      <p:ext uri="{BB962C8B-B14F-4D97-AF65-F5344CB8AC3E}">
        <p14:creationId xmlns:p14="http://schemas.microsoft.com/office/powerpoint/2010/main" val="1188724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Xưa Jêsus trị bao kẻ đớn đau bằng cánh tay đại quyền. Nay tật bịnh, sầu tâm ta biến tiêu ngay khi thánh ngôn tuyên.</a:t>
            </a:r>
            <a:endParaRPr lang="en-US" dirty="0"/>
          </a:p>
        </p:txBody>
      </p:sp>
    </p:spTree>
    <p:extLst>
      <p:ext uri="{BB962C8B-B14F-4D97-AF65-F5344CB8AC3E}">
        <p14:creationId xmlns:p14="http://schemas.microsoft.com/office/powerpoint/2010/main" val="159269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Đấng có năng lực xưa kia linh trị một nữ nhân rờ Ngài. Nay năng lực còn ban cho kẻ tin thấy ứng linh nào sai.</a:t>
            </a:r>
            <a:endParaRPr lang="en-US" dirty="0"/>
          </a:p>
        </p:txBody>
      </p:sp>
    </p:spTree>
    <p:extLst>
      <p:ext uri="{BB962C8B-B14F-4D97-AF65-F5344CB8AC3E}">
        <p14:creationId xmlns:p14="http://schemas.microsoft.com/office/powerpoint/2010/main" val="471389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Jêsus bữa qua, hôm nay, mãi sau, Thật không thay đổi đâu;</a:t>
            </a:r>
            <a:r>
              <a:rPr lang="en-US" dirty="0"/>
              <a:t> </a:t>
            </a:r>
            <a:r>
              <a:rPr lang="vi-VN" dirty="0"/>
              <a:t>Chúa bất biến tuy non sông đổi màu, Ðẹp bấy danh Jêsus, </a:t>
            </a:r>
            <a:endParaRPr lang="en-US" dirty="0"/>
          </a:p>
        </p:txBody>
      </p:sp>
    </p:spTree>
    <p:extLst>
      <p:ext uri="{BB962C8B-B14F-4D97-AF65-F5344CB8AC3E}">
        <p14:creationId xmlns:p14="http://schemas.microsoft.com/office/powerpoint/2010/main" val="4276662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Vinh diệu danh Jêsus,</a:t>
            </a:r>
            <a:r>
              <a:rPr lang="en-US" dirty="0"/>
              <a:t> </a:t>
            </a:r>
            <a:br>
              <a:rPr lang="en-US" dirty="0"/>
            </a:br>
            <a:r>
              <a:rPr lang="vi-VN" dirty="0"/>
              <a:t>Vinh thay danh Jêsus.</a:t>
            </a:r>
            <a:br>
              <a:rPr lang="en-US" dirty="0"/>
            </a:br>
            <a:r>
              <a:rPr lang="vi-VN" dirty="0"/>
              <a:t>Dẫu thiên di, địa dịch Ngài còn đấy, Hiển vinh danh Ngài thay!</a:t>
            </a:r>
            <a:endParaRPr lang="en-US" dirty="0"/>
          </a:p>
        </p:txBody>
      </p:sp>
    </p:spTree>
    <p:extLst>
      <p:ext uri="{BB962C8B-B14F-4D97-AF65-F5344CB8AC3E}">
        <p14:creationId xmlns:p14="http://schemas.microsoft.com/office/powerpoint/2010/main" val="118872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Hai môn đồ về Em-ma-út xưa, được Chúa ta đi cùng; Nay trên đường đời ta đang tiến đây, Jêsus cũng đi chung.</a:t>
            </a:r>
            <a:endParaRPr lang="en-US" dirty="0"/>
          </a:p>
        </p:txBody>
      </p:sp>
    </p:spTree>
    <p:extLst>
      <p:ext uri="{BB962C8B-B14F-4D97-AF65-F5344CB8AC3E}">
        <p14:creationId xmlns:p14="http://schemas.microsoft.com/office/powerpoint/2010/main" val="4143237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mấy lúc ta sẽ thấy Jêsus, Ngày ấy xin mau Ngài; Nhưng Jêsus phục lâm như Jêsus lúc cất lên nào sai.</a:t>
            </a:r>
            <a:endParaRPr lang="en-US" dirty="0"/>
          </a:p>
        </p:txBody>
      </p:sp>
    </p:spTree>
    <p:extLst>
      <p:ext uri="{BB962C8B-B14F-4D97-AF65-F5344CB8AC3E}">
        <p14:creationId xmlns:p14="http://schemas.microsoft.com/office/powerpoint/2010/main" val="2830325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Jêsus bữa qua, hôm nay, mãi sau, Thật không thay đổi đâu;</a:t>
            </a:r>
            <a:r>
              <a:rPr lang="en-US" dirty="0"/>
              <a:t> </a:t>
            </a:r>
            <a:r>
              <a:rPr lang="vi-VN" dirty="0"/>
              <a:t>Chúa bất biến tuy non sông đổi màu, Ðẹp bấy danh Jêsus, </a:t>
            </a:r>
            <a:endParaRPr lang="en-US" dirty="0"/>
          </a:p>
        </p:txBody>
      </p:sp>
    </p:spTree>
    <p:extLst>
      <p:ext uri="{BB962C8B-B14F-4D97-AF65-F5344CB8AC3E}">
        <p14:creationId xmlns:p14="http://schemas.microsoft.com/office/powerpoint/2010/main" val="427666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Vinh diệu danh Jêsus,</a:t>
            </a:r>
            <a:r>
              <a:rPr lang="en-US" dirty="0"/>
              <a:t> </a:t>
            </a:r>
            <a:br>
              <a:rPr lang="en-US" dirty="0"/>
            </a:br>
            <a:r>
              <a:rPr lang="vi-VN" dirty="0"/>
              <a:t>Vinh thay danh Jêsus.</a:t>
            </a:r>
            <a:br>
              <a:rPr lang="en-US" dirty="0"/>
            </a:br>
            <a:r>
              <a:rPr lang="vi-VN" dirty="0"/>
              <a:t>Dẫu thiên di, địa dịch Ngài còn đấy, Hiển vinh danh Ngài thay!</a:t>
            </a:r>
            <a:endParaRPr lang="en-US" dirty="0"/>
          </a:p>
        </p:txBody>
      </p:sp>
    </p:spTree>
    <p:extLst>
      <p:ext uri="{BB962C8B-B14F-4D97-AF65-F5344CB8AC3E}">
        <p14:creationId xmlns:p14="http://schemas.microsoft.com/office/powerpoint/2010/main" val="1188724633"/>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faithstocks-template-powerpoint-001</Template>
  <TotalTime>11</TotalTime>
  <Words>225</Words>
  <Application>Microsoft Office PowerPoint</Application>
  <PresentationFormat>Widescreen</PresentationFormat>
  <Paragraphs>19</Paragraphs>
  <Slides>17</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Arial</vt:lpstr>
      <vt:lpstr>Calibri</vt:lpstr>
      <vt:lpstr>faithstocks-template-powerpoint-001</vt:lpstr>
      <vt:lpstr>Presentation1</vt:lpstr>
      <vt:lpstr>Thánh Ca 77 HÔM QUA, NGÀY NAY, CHO ÐẾN ÐỜI ÐỜI</vt:lpstr>
      <vt:lpstr>1. Ai tin thành thực câu kinh thánh đây, Ðều hưởng ơn vẹn tuyền; Hôm qua, ngày nay, cho đến mãi sau, Jêsus vẫn y nguyên.</vt:lpstr>
      <vt:lpstr>Chúa vẫn thương tội nhân cứu rỗi ngay, Trị bất câu bịnh nào, Phong ba bình tịnh, tang tóc ủy yên, Chúa hiển vinh dường bao.</vt:lpstr>
      <vt:lpstr>Jêsus bữa qua, hôm nay, mãi sau, Thật không thay đổi đâu; Chúa bất biến tuy non sông đổi màu, Ðẹp bấy danh Jêsus, </vt:lpstr>
      <vt:lpstr>Vinh diệu danh Jêsus,  Vinh thay danh Jêsus. Dẫu thiên di, địa dịch Ngài còn đấy, Hiển vinh danh Ngài thay!</vt:lpstr>
      <vt:lpstr>2. Xưa Jêsus bạn thân của ác nhân, hiện kiếm anh lạc về; Xin anh quy phục nơi chân Chúa mau, Ăn năn chớ câu nệ.</vt:lpstr>
      <vt:lpstr>Ðấng đã phán: "Ta cũng miễn xét ngươi, Về, chớ tái phạm rày". Ðinh ninh kìa Ngài đem câu ấy vui phán với anh ngày nay.</vt:lpstr>
      <vt:lpstr>Jêsus bữa qua, hôm nay, mãi sau, Thật không thay đổi đâu; Chúa bất biến tuy non sông đổi màu, Ðẹp bấy danh Jêsus, </vt:lpstr>
      <vt:lpstr>Vinh diệu danh Jêsus,  Vinh thay danh Jêsus. Dẫu thiên di, địa dịch Ngài còn đấy, Hiển vinh danh Ngài thay!</vt:lpstr>
      <vt:lpstr>3. Xưa Jêsus trị bao kẻ đớn đau bằng cánh tay đại quyền. Nay tật bịnh, sầu tâm ta biến tiêu ngay khi thánh ngôn tuyên.</vt:lpstr>
      <vt:lpstr>Đấng có năng lực xưa kia linh trị một nữ nhân rờ Ngài. Nay năng lực còn ban cho kẻ tin thấy ứng linh nào sai.</vt:lpstr>
      <vt:lpstr>Jêsus bữa qua, hôm nay, mãi sau, Thật không thay đổi đâu; Chúa bất biến tuy non sông đổi màu, Ðẹp bấy danh Jêsus, </vt:lpstr>
      <vt:lpstr>Vinh diệu danh Jêsus,  Vinh thay danh Jêsus. Dẫu thiên di, địa dịch Ngài còn đấy, Hiển vinh danh Ngài thay!</vt:lpstr>
      <vt:lpstr>4. Hai môn đồ về Em-ma-út xưa, được Chúa ta đi cùng; Nay trên đường đời ta đang tiến đây, Jêsus cũng đi chung.</vt:lpstr>
      <vt:lpstr>Chẳng mấy lúc ta sẽ thấy Jêsus, Ngày ấy xin mau Ngài; Nhưng Jêsus phục lâm như Jêsus lúc cất lên nào sai.</vt:lpstr>
      <vt:lpstr>Jêsus bữa qua, hôm nay, mãi sau, Thật không thay đổi đâu; Chúa bất biến tuy non sông đổi màu, Ðẹp bấy danh Jêsus, </vt:lpstr>
      <vt:lpstr>Vinh diệu danh Jêsus,  Vinh thay danh Jêsus. Dẫu thiên di, địa dịch Ngài còn đấy, Hiển vinh danh Ngài thay!</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Thánh Ca 77 Hôm Qua, Ngày Nay, Cho Ðến Ðời Ðời  1. Ai tin thành thực câu kinh thánh đây, Ðều hưởng ơn  vẹn tuyền;   Hôm qua, ngày nay, cho đến mãi sau, Jêsus vẫn y nguyên. Chúa vẫn thương tội nhân cứu rỗi ngay,   Trị bất câu bịnh nào, phong ba bình tịnh, tang tóc ủy yên, Chúa hiển vinh dường bao.   Jêsus bữa qua, hôm nay, mãi sau, Thật không thay đổi đâu;   Chúa bất biến tuy non sông đổi màu, Ðẹp bấy danh Jêsus, Vinh diệu danh Jêsus,   Vinh thay danh Jêsus. Dẫu thiên di, địa dịch Ngài còn đấy, Hiển vinh danh Ngài thay!   2. Xưa Jêsus bạn thân của ác nhân, hiện kiếm anh lạc về; Xin anh quy phục nơi chân Chúa mau, Ăn năn chớ  câu nệ.   Ðấng đã phán:  "Ta cũng miễn xét ngươi, Về, chớ tái phạm rày".   Ðinh ninh kìa Ngài đem câu ấy vui phán với anh ngày nay.   Jêsus bữa qua, hôm nay, mãi sau, Thật không thay đổi đâu;   Chúa bất biến tuy non sông đổi màu, Ðẹp bấy danh Jêsus, Vinh diệu danh Jêsus,   Vinh thay danh Jêsus. Dẫu thiên di, địa dịch Ngài còn đấy, Hiển vinh danh Ngài thay!   3. Xưa Jêsus trị bao kẻ đớn đau bằng cánh tay đại quyền. Nay tật bịnh, sầu tâm ta biến tiêu ngay khi thánh  ngôn tuyên.  Đấng có năng lực xưa kia linh trị một nữ nhân rờ Ngài.  Nay năng lực còn ban cho kẻ tin thấy ứng linh nào sai.  Jêsus bữa qua, hôm nay, mãi sau, Thật không thay đổi đâu;   Chúa bất biến tuy non sông đổi màu, Ðẹp bấy danh Jêsus, Vinh diệu danh Jêsus,   Vinh thay danh Jêsus. Dẫu thiên di, địa dịch Ngài còn đấy, Hiển vinh danh Ngài thay!   Thánh Ca 77 Hôm Qua, Ngày Nay, Cho Ðến Ðời Ðời  4. Hai môn đồ về  Em-ma-út xưa, được Chúa ta đi cùng; Nay trên đường đời ta đang tiến đây, Jêsus cũng đi chung.   Chẳng mấy lúc ta sẽ thấy Jêsus, Ngày ấy xin mau Ngài;  Nhưng Jêsus phục lâm như Jêsus lúc cất lên nào sai.  Jêsus bữa qua, hôm nay, mãi sau, Thật không thay đổi đâu;   Chúa bất biến tuy non sông đổi màu, Ðẹp bấy danh Jêsus, Vinh diệu danh Jêsus,   Vinh thay danh Jêsus. Dẫu thiên di, địa dịch Ngài còn đấy, Hiển vinh danh Ngài thay! </dc:title>
  <dc:creator>Phan Minh Vinh An; An Phan</dc:creator>
  <cp:lastModifiedBy>Phan Minh Vinh An</cp:lastModifiedBy>
  <cp:revision>5</cp:revision>
  <dcterms:created xsi:type="dcterms:W3CDTF">2018-01-21T23:45:56Z</dcterms:created>
  <dcterms:modified xsi:type="dcterms:W3CDTF">2018-11-03T07:08:06Z</dcterms:modified>
</cp:coreProperties>
</file>