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0" r:id="rId4"/>
    <p:sldId id="261" r:id="rId5"/>
    <p:sldId id="262" r:id="rId6"/>
    <p:sldId id="259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13</a:t>
            </a:r>
            <a:br>
              <a:rPr lang="en-US" dirty="0"/>
            </a:br>
            <a:r>
              <a:rPr lang="en-US" dirty="0"/>
              <a:t>JÊSUS ĐẸP THAY!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175"/>
            <a:r>
              <a:rPr lang="en-GB"/>
              <a:t>1. </a:t>
            </a:r>
            <a:r>
              <a:rPr lang="vi-VN" smtClean="0"/>
              <a:t>Ôi</a:t>
            </a:r>
            <a:r>
              <a:rPr lang="vi-VN" dirty="0"/>
              <a:t>, Jêsus đẹp thay!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Ôi, Vua thiên nhiên giới nay! Con Đấng chí tôn, cũng Con loài người.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887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Tôi chỉ yêu Ngài thôi,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duy Chúa tôi sùng tôn, xem như kim mão vinh cho linh hồn.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396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Khoe tươi thanh thảo xinh, đua chen bao lâm trúc xanh, cây khoác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áo hoa, nguyệt ghen,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mây hờn.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696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Nhưng Jêsus đẹp hơn, Jêsus thanh bạch hơn, cho ai tâm thống hát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theo nhịp đờn.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65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Xinh thay tia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thái dương, trông lên cung trăng như gương, sao lấp lánh soi lòa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muôn ngàn lần.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301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Nhưng Jêsus lòa hơn, Jêsus thanh bạch hơn, xinh hơn thiên sứ</a:t>
            </a:r>
            <a:r>
              <a:rPr lang="en-US"/>
              <a:t/>
            </a:r>
            <a:br>
              <a:rPr lang="en-US"/>
            </a:br>
            <a:r>
              <a:rPr lang="vi-VN"/>
              <a:t>trên </a:t>
            </a:r>
            <a:r>
              <a:rPr lang="vi-VN" dirty="0"/>
              <a:t>mây chập chờn.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33737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4</TotalTime>
  <Words>68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faithstocks-template-powerpoint-001</vt:lpstr>
      <vt:lpstr>Thánh Ca 13 JÊSUS ĐẸP THAY!</vt:lpstr>
      <vt:lpstr>1. Ôi, Jêsus đẹp thay! Ôi, Vua thiên nhiên giới nay! Con Đấng chí tôn, cũng Con loài người. </vt:lpstr>
      <vt:lpstr>Tôi chỉ yêu Ngài thôi, duy Chúa tôi sùng tôn, xem như kim mão vinh cho linh hồn.</vt:lpstr>
      <vt:lpstr>2. Khoe tươi thanh thảo xinh, đua chen bao lâm trúc xanh, cây khoác áo hoa, nguyệt ghen, mây hờn. </vt:lpstr>
      <vt:lpstr>Nhưng Jêsus đẹp hơn, Jêsus thanh bạch hơn, cho ai tâm thống hát theo nhịp đờn.</vt:lpstr>
      <vt:lpstr>3. Xinh thay tia thái dương, trông lên cung trăng như gương, sao lấp lánh soi lòa muôn ngàn lần. </vt:lpstr>
      <vt:lpstr>Nhưng Jêsus lòa hơn, Jêsus thanh bạch hơn, xinh hơn thiên sứ trên mây chập chờn.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13 Jêsus Đẹp Thay!</dc:title>
  <dc:creator>Phan Minh Vinh An; KIETTTSE62520</dc:creator>
  <cp:lastModifiedBy>An Phan</cp:lastModifiedBy>
  <cp:revision>4</cp:revision>
  <dcterms:created xsi:type="dcterms:W3CDTF">2018-01-22T15:59:26Z</dcterms:created>
  <dcterms:modified xsi:type="dcterms:W3CDTF">2018-11-08T04:12:38Z</dcterms:modified>
</cp:coreProperties>
</file>