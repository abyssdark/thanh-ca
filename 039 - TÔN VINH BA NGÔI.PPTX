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39</a:t>
            </a:r>
            <a:br>
              <a:rPr lang="en-US" dirty="0"/>
            </a:br>
            <a:r>
              <a:rPr lang="en-US" dirty="0"/>
              <a:t>TÔN VINH BA NGÔI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vi-VN" dirty="0" smtClean="0"/>
              <a:t>Tôn vinh Cha,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lòng nhân ái khôn tày,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ban linh ân chuộc mua chúng tôi nay;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1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Mọi tội nhân đây quỳ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ngai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Khẩn Chúa đoái thương dung xá tội tình.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1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Tôn vinh Con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quyền năng vốn Đạo Trời, Tiên tri, Mưu luận,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Chân Chúa muôn đời;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5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Mọi tội nhân đây quỳ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ngai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Khẩn Chúa đổ thêm ơn cứu vẹn lành.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6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Tôn vinh Linh đời đời, bởi hơi Ngài, đem tâm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ô tội cho tái sanh rày;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Mọi tội nhân đây quỳ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ngai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khẩn Chúa hãy ban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hơi sống vận hành.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Cha, Con, Linh hiệp một thể Chân Thần,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 ngôi vinh diệu,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quý muôn phần;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345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Mọi tội nhân đây quỳ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ngai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Khẩn Chúa thứ tha,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xuống ơn lành.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2606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61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39 TÔN VINH BA NGÔI</vt:lpstr>
      <vt:lpstr>1. Tôn vinh Cha, lòng nhân ái khôn tày, ban linh ân chuộc mua chúng tôi nay;</vt:lpstr>
      <vt:lpstr>Mọi tội nhân đây quỳ nơi ngai thánh, Khẩn Chúa đoái thương dung xá tội tình.</vt:lpstr>
      <vt:lpstr>2. Tôn vinh Con quyền năng vốn Đạo Trời, Tiên tri, Mưu luận, Chân Chúa muôn đời; </vt:lpstr>
      <vt:lpstr>Mọi tội nhân đây quỳ  nơi ngai thánh, Khẩn Chúa đổ thêm ơn cứu vẹn lành.</vt:lpstr>
      <vt:lpstr>3. Tôn vinh Linh đời đời, bởi hơi Ngài, đem tâm ô tội cho tái sanh rày; </vt:lpstr>
      <vt:lpstr>Mọi tội nhân đây quỳ nơi ngai thánh, khẩn Chúa hãy ban hơi sống vận hành.</vt:lpstr>
      <vt:lpstr>4. Cha, Con, Linh hiệp một thể Chân Thần, Ba ngôi vinh diệu, tôn quý muôn phần; </vt:lpstr>
      <vt:lpstr>Mọi tội nhân đây quỳ nơi ngai thánh, Khẩn Chúa thứ tha, ban xuống ơn lành.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39 Tôn Vinh Ba Ngôi</dc:title>
  <dc:creator>Phan Minh Vinh An; KIETTTSE62520</dc:creator>
  <cp:lastModifiedBy>An Phan</cp:lastModifiedBy>
  <cp:revision>4</cp:revision>
  <dcterms:created xsi:type="dcterms:W3CDTF">2018-01-24T05:41:22Z</dcterms:created>
  <dcterms:modified xsi:type="dcterms:W3CDTF">2018-11-08T04:09:47Z</dcterms:modified>
</cp:coreProperties>
</file>