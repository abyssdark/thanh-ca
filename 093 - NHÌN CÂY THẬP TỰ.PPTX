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59" autoAdjust="0"/>
    <p:restoredTop sz="86477" autoAdjust="0"/>
  </p:normalViewPr>
  <p:slideViewPr>
    <p:cSldViewPr snapToGrid="0">
      <p:cViewPr varScale="1">
        <p:scale>
          <a:sx n="59" d="100"/>
          <a:sy n="59" d="100"/>
        </p:scale>
        <p:origin x="-258" y="-90"/>
      </p:cViewPr>
      <p:guideLst>
        <p:guide orient="horz" pos="2160"/>
        <p:guide pos="3840"/>
      </p:guideLst>
    </p:cSldViewPr>
  </p:slideViewPr>
  <p:outlineViewPr>
    <p:cViewPr>
      <p:scale>
        <a:sx n="33" d="100"/>
        <a:sy n="33" d="100"/>
      </p:scale>
      <p:origin x="3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xmlns=""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xmlns=""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93</a:t>
            </a:r>
          </a:p>
          <a:p>
            <a:r>
              <a:rPr lang="vi-VN" dirty="0" smtClean="0"/>
              <a:t>NHÌN CÂY THẬP TỰ</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Nhìn cây thập tự gẫm Chúa Jêsus, phải đóng đinh chịu khổ đau;</a:t>
            </a:r>
            <a:endParaRPr lang="en-US" dirty="0"/>
          </a:p>
        </p:txBody>
      </p:sp>
    </p:spTree>
    <p:extLst>
      <p:ext uri="{BB962C8B-B14F-4D97-AF65-F5344CB8AC3E}">
        <p14:creationId xmlns:p14="http://schemas.microsoft.com/office/powerpoint/2010/main" val="3816304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Chúa ôi, thân Ngài tuôn huyết thắm thay, khổ hình bởi chúng tôi nay.</a:t>
            </a:r>
            <a:endParaRPr lang="en-US" dirty="0"/>
          </a:p>
        </p:txBody>
      </p:sp>
    </p:spTree>
    <p:extLst>
      <p:ext uri="{BB962C8B-B14F-4D97-AF65-F5344CB8AC3E}">
        <p14:creationId xmlns:p14="http://schemas.microsoft.com/office/powerpoint/2010/main" val="2197497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Kìa xem bầu trời tăm tối đê mê, đương giữa ban ngày gớm ghê;</a:t>
            </a:r>
            <a:endParaRPr lang="en-US" dirty="0"/>
          </a:p>
        </p:txBody>
      </p:sp>
    </p:spTree>
    <p:extLst>
      <p:ext uri="{BB962C8B-B14F-4D97-AF65-F5344CB8AC3E}">
        <p14:creationId xmlns:p14="http://schemas.microsoft.com/office/powerpoint/2010/main" val="1516656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Chính trong điện thờ Đức Giê-hô-va, bức màn phải xé hai ra.</a:t>
            </a:r>
            <a:endParaRPr lang="en-US" dirty="0"/>
          </a:p>
        </p:txBody>
      </p:sp>
    </p:spTree>
    <p:extLst>
      <p:ext uri="{BB962C8B-B14F-4D97-AF65-F5344CB8AC3E}">
        <p14:creationId xmlns:p14="http://schemas.microsoft.com/office/powerpoint/2010/main" val="1114383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Tại đây Jêsus cất tiếng: “Cha ôi, nay đã xong việc của tôi,</a:t>
            </a:r>
            <a:endParaRPr lang="en-US" dirty="0"/>
          </a:p>
        </p:txBody>
      </p:sp>
    </p:spTree>
    <p:extLst>
      <p:ext uri="{BB962C8B-B14F-4D97-AF65-F5344CB8AC3E}">
        <p14:creationId xmlns:p14="http://schemas.microsoft.com/office/powerpoint/2010/main" val="1710963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a:t>
            </a:r>
            <a:r>
              <a:rPr lang="vi-VN" dirty="0" smtClean="0"/>
              <a:t>ính giao linh hồn trong cánh tay Cha.” Nói rồi, Chúa trút hơi ra.</a:t>
            </a:r>
            <a:endParaRPr lang="en-US" dirty="0"/>
          </a:p>
        </p:txBody>
      </p:sp>
    </p:spTree>
    <p:extLst>
      <p:ext uri="{BB962C8B-B14F-4D97-AF65-F5344CB8AC3E}">
        <p14:creationId xmlns:p14="http://schemas.microsoft.com/office/powerpoint/2010/main" val="1745968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Từ nơi mộ phần Chúa sống vẻ vang, cõi chết nay bị phá tan,</a:t>
            </a:r>
            <a:endParaRPr lang="en-US" dirty="0"/>
          </a:p>
        </p:txBody>
      </p:sp>
    </p:spTree>
    <p:extLst>
      <p:ext uri="{BB962C8B-B14F-4D97-AF65-F5344CB8AC3E}">
        <p14:creationId xmlns:p14="http://schemas.microsoft.com/office/powerpoint/2010/main" val="64718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
            </a:r>
            <a:r>
              <a:rPr lang="vi-VN" dirty="0" smtClean="0"/>
              <a:t>ẻ then địa ngục duy Chúa Jêsus,</a:t>
            </a:r>
            <a:r>
              <a:rPr lang="en-US" dirty="0" smtClean="0"/>
              <a:t> </a:t>
            </a:r>
            <a:r>
              <a:rPr lang="vi-VN" dirty="0" smtClean="0"/>
              <a:t>Đấng được tán mỹ muôn thu.</a:t>
            </a:r>
            <a:endParaRPr lang="en-US" dirty="0"/>
          </a:p>
        </p:txBody>
      </p:sp>
    </p:spTree>
    <p:extLst>
      <p:ext uri="{BB962C8B-B14F-4D97-AF65-F5344CB8AC3E}">
        <p14:creationId xmlns:p14="http://schemas.microsoft.com/office/powerpoint/2010/main" val="3443989354"/>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9</TotalTime>
  <Words>144</Words>
  <Application>Microsoft Office PowerPoint</Application>
  <PresentationFormat>Custom</PresentationFormat>
  <Paragraphs>10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faithstocks-template-powerpoint-001</vt:lpstr>
      <vt:lpstr>Thánh Ca 93 NHÌN CÂY THẬP TỰ</vt:lpstr>
      <vt:lpstr>1. Nhìn cây thập tự gẫm Chúa Jêsus, phải đóng đinh chịu khổ đau;</vt:lpstr>
      <vt:lpstr>Chúa ôi, thân Ngài tuôn huyết thắm thay, khổ hình bởi chúng tôi nay.</vt:lpstr>
      <vt:lpstr>2. Kìa xem bầu trời tăm tối đê mê, đương giữa ban ngày gớm ghê;</vt:lpstr>
      <vt:lpstr>Chính trong điện thờ Đức Giê-hô-va, bức màn phải xé hai ra.</vt:lpstr>
      <vt:lpstr>3. Tại đây Jêsus cất tiếng: “Cha ôi, nay đã xong việc của tôi,</vt:lpstr>
      <vt:lpstr>Kính giao linh hồn trong cánh tay Cha.” Nói rồi, Chúa trút hơi ra.</vt:lpstr>
      <vt:lpstr>4. Từ nơi mộ phần Chúa sống vẻ vang, cõi chết nay bị phá tan,</vt:lpstr>
      <vt:lpstr>Bẻ then địa ngục duy Chúa Jêsus, Đấng được tán mỹ muôn thu.</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093 - Nhìn Cây Thập Tự   Thánh Ca 93 Nhìn Cây Thập Tự  1. Nhìn cây thập tự gẫm Chúa Jêsus, phải đóng đinh chịu khổ đau;   Chúa ôi, thân Ngài tuôn huyết thắm thay, khổ hình bởi chúng tôi nay.   2. Kìa xem bầu trời tăm tối đê mê, đương giữa ban ngày gớm ghê;   Chính trong điện thờ Đức Giê-hô-va, bức màn phải xé hai ra.   3. Tại đây Jêsus cất tiếng: “Cha ôi, nay đã xong việc của tôi,   kính giao linh hồn trong cánh tay Cha.” Nói rồi,  Chúa trút hơi ra.  Thánh Ca 93 Nhìn Cây Thập Tự  4. Từ nơi mộ phần Chúa sống vẻ vang, cõi chết nay bị  phá tan,   bẻ then địa ngục  duy Chúa Jêsus,  Đấng được tán mỹ muôn thu.</dc:title>
  <dc:creator>Phan Minh Vinh An; An Phan</dc:creator>
  <cp:lastModifiedBy>An Phan</cp:lastModifiedBy>
  <cp:revision>2</cp:revision>
  <dcterms:created xsi:type="dcterms:W3CDTF">2018-01-22T14:00:29Z</dcterms:created>
  <dcterms:modified xsi:type="dcterms:W3CDTF">2018-01-22T14:09:35Z</dcterms:modified>
</cp:coreProperties>
</file>