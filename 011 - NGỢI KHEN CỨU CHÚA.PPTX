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98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492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80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95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15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703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63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22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39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6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0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11</a:t>
            </a:r>
            <a:br>
              <a:rPr lang="en-US" dirty="0"/>
            </a:br>
            <a:r>
              <a:rPr lang="en-US" dirty="0"/>
              <a:t>NGỢI KHEN CỨU CHÚA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Ngợi </a:t>
            </a:r>
            <a:r>
              <a:rPr lang="vi-VN" dirty="0"/>
              <a:t>khen Cứu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đã chuộc tôi nay,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Lòng nhân ái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lớn rộng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nơi rủa sả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chuộc tôi ra,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đau đớn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Gô-gô-tha.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76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Ngợi khen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Ðấng chuộc chính tôi nay, Hồng huyết lưu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ra</a:t>
            </a:r>
            <a:r>
              <a:rPr lang="en-US" dirty="0"/>
              <a:t> </a:t>
            </a:r>
            <a:r>
              <a:rPr lang="vi-VN" dirty="0"/>
              <a:t>chuộc tôi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51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Tại cây gỗ, dấu hiệu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tha tôi, Nợ xưa</a:t>
            </a:r>
            <a:r>
              <a:rPr lang="en-US" dirty="0"/>
              <a:t> </a:t>
            </a:r>
            <a:r>
              <a:rPr lang="vi-VN" dirty="0"/>
              <a:t>trả thảnh thơi trọn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4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Lòng ưa kể đến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mẫu chuyện yêu đương, phận tôi chết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vẫn còn thương.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05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ban phép tắc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chuộc nhưng không, lòng nhân ái </a:t>
            </a:r>
            <a:br>
              <a:rPr lang="vi-VN" dirty="0"/>
            </a:br>
            <a:r>
              <a:rPr lang="vi-VN" dirty="0"/>
              <a:t>ví biển mênh mông.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32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Ngợi khen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Ðấng chuộc chính tôi nay, Hồng huyết lưu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ra chuộc tôi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20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Tại cây gỗ, dấu hiệu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tha tôi, Nợ xưa trả thảnh thơi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8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Lòng ưa tán mỹ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 chuộc tôi nay, Quyền đắc thắng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của Chúa lạ thay.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80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ban sức chiến thắng quyền âm ti, tội khiên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chết chóc chẳng sợ chi.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892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Ngợi khen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Ðấng chuộc chính tôi nay, Hồng huyết lưu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ra chuộc tôi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027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Tại cây gỗ, dấu hiệu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tha tôi, Nợ xưa trả thảnh thơi trọn đời. </a:t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280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Ngợi khen Cứu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đã chuộc tôi đây,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Lòng nhân ái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khiết rộng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70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Ðược ơn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cải</a:t>
            </a:r>
            <a:r>
              <a:rPr lang="en-US" dirty="0"/>
              <a:t> </a:t>
            </a:r>
            <a:r>
              <a:rPr lang="vi-VN" dirty="0"/>
              <a:t>tử hoàn sinh cho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luôn với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Thánh Tử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964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Ngợi khen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Ðấng chuộc chính tôi nay, Hồng huyết lưu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ra chuộc tôi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77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Tại cây gỗ, dấu hiệu</a:t>
            </a:r>
            <a:r>
              <a:rPr lang="en-US"/>
              <a:t/>
            </a:r>
            <a:br>
              <a:rPr lang="en-US"/>
            </a:br>
            <a:r>
              <a:rPr lang="vi-VN"/>
              <a:t>Chúa </a:t>
            </a:r>
            <a:r>
              <a:rPr lang="vi-VN" dirty="0"/>
              <a:t>tha tôi, Nợ xưa trả thảnh thơi trọn đời.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7580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21</TotalTime>
  <Words>89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11 NGỢI KHEN CỨU CHÚA</vt:lpstr>
      <vt:lpstr>1. Ngợi khen Cứu Chúa đã chuộc tôi nay, Lòng nhân ái Chúa lớn rộng thay! </vt:lpstr>
      <vt:lpstr>Từ nơi rủa sả Chúa chuộc tôi ra, Ngài đau đớn ở Gô-gô-tha.</vt:lpstr>
      <vt:lpstr>Ngợi khen Chúa, Ðấng chuộc chính tôi nay, Hồng huyết lưu ra chuộc tôi đây; </vt:lpstr>
      <vt:lpstr>Tại cây gỗ, dấu hiệu Chúa tha tôi, Nợ xưa trả thảnh thơi trọn đời.</vt:lpstr>
      <vt:lpstr>2. Lòng ưa kể đến mẫu chuyện yêu đương, phận tôi chết Chúa vẫn còn thương. </vt:lpstr>
      <vt:lpstr>Ngài ban phép tắc cứu chuộc nhưng không, lòng nhân ái  ví biển mênh mông.</vt:lpstr>
      <vt:lpstr>Ngợi khen Chúa, Ðấng chuộc chính tôi nay, Hồng huyết lưu ra chuộc tôi đây; </vt:lpstr>
      <vt:lpstr>Tại cây gỗ, dấu hiệu Chúa tha tôi, Nợ xưa trả thảnh thơi trọn đời. </vt:lpstr>
      <vt:lpstr>3. Lòng ưa tán mỹ Đấng chuộc tôi nay, Quyền đắc thắng của Chúa lạ thay. </vt:lpstr>
      <vt:lpstr>Ngài ban sức chiến thắng quyền âm ti, tội khiên chết chóc chẳng sợ chi.</vt:lpstr>
      <vt:lpstr>Ngợi khen Chúa, Ðấng chuộc chính tôi nay, Hồng huyết lưu ra chuộc tôi đây; </vt:lpstr>
      <vt:lpstr>Tại cây gỗ, dấu hiệu Chúa tha tôi, Nợ xưa trả thảnh thơi trọn đời.  </vt:lpstr>
      <vt:lpstr>4. Ngợi khen Cứu Chúa đã chuộc tôi đây, Lòng nhân ái thánh khiết rộng thay! </vt:lpstr>
      <vt:lpstr>Ðược ơn Chúa cải tử hoàn sinh cho Ở luôn với Thánh Tử Jêsus. </vt:lpstr>
      <vt:lpstr>Ngợi khen Chúa, Ðấng chuộc chính tôi nay, Hồng huyết lưu ra chuộc tôi đây; </vt:lpstr>
      <vt:lpstr>Tại cây gỗ, dấu hiệu Chúa tha tôi, Nợ xưa trả thảnh thơi trọn đời.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11 Ngợi Khen Cứu Chúa</dc:title>
  <dc:creator>Phan Minh Vinh An; KIETTTSE62520</dc:creator>
  <cp:lastModifiedBy>An Phan</cp:lastModifiedBy>
  <cp:revision>7</cp:revision>
  <dcterms:created xsi:type="dcterms:W3CDTF">2018-01-22T15:27:27Z</dcterms:created>
  <dcterms:modified xsi:type="dcterms:W3CDTF">2018-11-08T04:12:50Z</dcterms:modified>
</cp:coreProperties>
</file>