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14" y="922712"/>
            <a:ext cx="11087388" cy="4081549"/>
          </a:xfrm>
        </p:spPr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41</a:t>
            </a:r>
            <a:br>
              <a:rPr lang="en-US" dirty="0"/>
            </a:br>
            <a:r>
              <a:rPr lang="en-US" dirty="0"/>
              <a:t>CHÚA,</a:t>
            </a:r>
            <a:br>
              <a:rPr lang="en-US" dirty="0"/>
            </a:br>
            <a:r>
              <a:rPr lang="en-US" dirty="0"/>
              <a:t>BỨC THÀNH KIÊN CỐ TA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</a:t>
            </a:r>
            <a:r>
              <a:rPr lang="vi-VN" dirty="0" smtClean="0"/>
              <a:t>Chúa </a:t>
            </a:r>
            <a:r>
              <a:rPr lang="vi-VN" dirty="0"/>
              <a:t>vốn bức thành kiên cố ta rày, thuẫn khiên ta che đỡ hằng ngày; Đấng cứu giúp hồi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nguy khốn ưu sầu,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219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Đấng giúp ta luôn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thắng nhiệm mầu.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Ngày đêm dẫu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quân thù xưa nghịch ta,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ta không nghiêng ngửa.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867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Tuy nó thâm mưu đa tài, quyết chống ta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suốt đêm ngày,</a:t>
            </a:r>
            <a:r>
              <a:rPr lang="en-US" dirty="0"/>
              <a:t> </a:t>
            </a:r>
            <a:r>
              <a:rPr lang="vi-VN" dirty="0"/>
              <a:t>quả không ai trên đất địch tày.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4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Khá biết sức mình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non kém vô tài, dễ khiến ta thua ngã nằm dài;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Dẫu thế, biết nhờ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Đấng chỉ huy mình,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2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 đối phương thua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chạy hết rập rình.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Bằng ta hỏi</a:t>
            </a:r>
            <a:r>
              <a:rPr lang="en-US" dirty="0"/>
              <a:t> t</a:t>
            </a:r>
            <a:r>
              <a:rPr lang="vi-VN" dirty="0"/>
              <a:t>ên Ngài chăng?</a:t>
            </a:r>
            <a:r>
              <a:rPr lang="en-US" dirty="0"/>
              <a:t> </a:t>
            </a:r>
            <a:r>
              <a:rPr lang="vi-VN" dirty="0"/>
              <a:t>Là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danh chiến thắng,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89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danh tướng thiên binh anh tài. Cứu pháp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duy chính tay Ngài,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đắc thắng Sa- tan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đến lâu dài.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173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Dẫu quỷ dữ đầy trên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thế gian nầy, đuổi theo ta, toan nuốt hằng ngày; Trước Đấng có quyền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xua nó lui liền,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352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chúng ta không kinh khiếp ưu phiền.</a:t>
            </a:r>
            <a:r>
              <a:rPr lang="en-US" dirty="0"/>
              <a:t> </a:t>
            </a:r>
            <a:r>
              <a:rPr lang="vi-VN" dirty="0"/>
              <a:t>Kìa vua tối tăm giận chăng?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ta không nao chi hắn,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563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nay hắn khoe khoang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nhất thời, án hắn xưa Chúa khép rồi, thúc thủ khi Christ phán một lời.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1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Tiếng Phán ấy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nghìn thuở vẫn đương còn, thế gian khinh chê chẳng suy mòn. Bởi có Chúa gần gũi với ta hoài,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18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xuống Thánh Linh, ân tứ từ Ngài. Vợ, con, của, danh, mạng ta, dù ai kia toan cướp phá?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27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Thôi, cướp đi ta không chồn, bởi chẳng thể cướp linh hồn, phước Chúa trên thiên quốc trường tồn.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819237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5</TotalTime>
  <Words>140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faithstocks-template-powerpoint-001</vt:lpstr>
      <vt:lpstr>Thánh Ca 41 CHÚA, BỨC THÀNH KIÊN CỐ TA</vt:lpstr>
      <vt:lpstr>1. Chúa vốn bức thành kiên cố ta rày, thuẫn khiên ta che đỡ hằng ngày; Đấng cứu giúp hồi nguy khốn ưu sầu, </vt:lpstr>
      <vt:lpstr>Đấng giúp ta luôn thắng nhiệm mầu. Ngày đêm dẫu quân thù xưa nghịch ta, ta không nghiêng ngửa. </vt:lpstr>
      <vt:lpstr>Tuy nó thâm mưu đa tài, quyết chống ta suốt đêm ngày, quả không ai trên đất địch tày.</vt:lpstr>
      <vt:lpstr>2. Khá biết sức mình non kém vô tài, dễ khiến ta thua ngã nằm dài; Dẫu thế, biết nhờ Đấng chỉ huy mình,</vt:lpstr>
      <vt:lpstr> đối phương thua chạy hết rập rình. Bằng ta hỏi tên Ngài chăng? Là Jêsus danh chiến thắng, </vt:lpstr>
      <vt:lpstr>danh tướng thiên binh anh tài. Cứu pháp duy chính tay Ngài, đắc thắng Sa- tan đến lâu dài.</vt:lpstr>
      <vt:lpstr>3. Dẫu quỷ dữ đầy trên thế gian nầy, đuổi theo ta, toan nuốt hằng ngày; Trước Đấng có quyền xua nó lui liền, </vt:lpstr>
      <vt:lpstr>chúng ta không kinh khiếp ưu phiền. Kìa vua tối tăm giận chăng? Thật ta không nao chi hắn, </vt:lpstr>
      <vt:lpstr>nay hắn khoe khoang nhất thời, án hắn xưa Chúa khép rồi, thúc thủ khi Christ phán một lời.</vt:lpstr>
      <vt:lpstr>4. Tiếng Phán ấy nghìn thuở vẫn đương còn, thế gian khinh chê chẳng suy mòn. Bởi có Chúa gần gũi với ta hoài, </vt:lpstr>
      <vt:lpstr>xuống Thánh Linh, ân tứ từ Ngài. Vợ, con, của, danh, mạng ta, dù ai kia toan cướp phá? </vt:lpstr>
      <vt:lpstr>Thôi, cướp đi ta không chồn, bởi chẳng thể cướp linh hồn, phước Chúa trên thiên quốc trường tồn.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41 Chúa, Bức Thành Kiên Cố Ta</dc:title>
  <dc:creator>Phan Minh Vinh An; KIETTTSE62520</dc:creator>
  <cp:lastModifiedBy>An Phan</cp:lastModifiedBy>
  <cp:revision>5</cp:revision>
  <dcterms:created xsi:type="dcterms:W3CDTF">2018-01-24T05:46:41Z</dcterms:created>
  <dcterms:modified xsi:type="dcterms:W3CDTF">2018-11-08T04:08:14Z</dcterms:modified>
</cp:coreProperties>
</file>