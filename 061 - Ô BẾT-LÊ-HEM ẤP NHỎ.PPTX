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5" r:id="rId4"/>
    <p:sldId id="258" r:id="rId5"/>
    <p:sldId id="266" r:id="rId6"/>
    <p:sldId id="259" r:id="rId7"/>
    <p:sldId id="267" r:id="rId8"/>
    <p:sldId id="260" r:id="rId9"/>
    <p:sldId id="268" r:id="rId10"/>
    <p:sldId id="261" r:id="rId11"/>
    <p:sldId id="269" r:id="rId12"/>
    <p:sldId id="262" r:id="rId13"/>
    <p:sldId id="263" r:id="rId14"/>
    <p:sldId id="270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59" autoAdjust="0"/>
    <p:restoredTop sz="86477" autoAdjust="0"/>
  </p:normalViewPr>
  <p:slideViewPr>
    <p:cSldViewPr snapToGrid="0">
      <p:cViewPr varScale="1">
        <p:scale>
          <a:sx n="59" d="100"/>
          <a:sy n="59" d="100"/>
        </p:scale>
        <p:origin x="-258" y="-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xmlns="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Thánh Ca 61</a:t>
            </a:r>
          </a:p>
          <a:p>
            <a:r>
              <a:rPr lang="vi-VN" dirty="0" smtClean="0"/>
              <a:t>Ô BẾT-LÊ-HEM ẤP NHỎ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978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vi-VN" dirty="0" smtClean="0"/>
              <a:t>Ô Bết-lê-hem, ấp nhỏ nầy, chốn ngươi thật an bình bấy!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570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Khi ngươi đương giấc mê man không ngờ, ánh sao nhẹ lướt êm tờ.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240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Ấy chốn phát chân quang đời đời, trong đường ngươi đang tăm tối,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526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r>
              <a:rPr lang="vi-VN" dirty="0" smtClean="0"/>
              <a:t>ao xưa hy vọng, kinh hãi đôi đường, bữa nay gặp giữa đêm trường.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232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2. Xưa khi Ma-ri sanh Jêsus, chúng dân thay thảy đều ngủ.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018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Thiên binh âu yếm trông nom Con Trời, tối nay vừa mới ra đời.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682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 Các thánh sứ cao rao nhiệt thành Tin mừng đêm sanh Con Thánh: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107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Tôn vinh Thiên Phụ, danh sáng trên trời, đất an bình</a:t>
            </a:r>
            <a:r>
              <a:rPr lang="en-US" baseline="0" dirty="0" smtClean="0"/>
              <a:t> </a:t>
            </a:r>
            <a:r>
              <a:rPr lang="vi-VN" dirty="0" smtClean="0"/>
              <a:t>phước cho người.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713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3. Ơn ban yên lặng, ơn rất kỳ, giữa đêm thanh vắng hùng vĩ.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668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Hôm nay ơn ấy ban cho tâm nầy cũng yên lặng giống như vậy.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565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Dẫu Christ đến êm ru lặng bặt, tuy đời tội ô sâu sắc, nhưng ta, ai người tâm tánh nhu mì, Christ vui ngự đến trị vì.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855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4. Anh em tôi thành tâm kính mời Thánh Anh Bết-lê-hem hỡi.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480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Vô tâm trung đuổi ra muôn muôn tội, giáng sinh trong cả chúng tôi.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916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Thánh sứ Nô-ên rao tận tường, tin trọng đại, tin vui sướng, xin Em-ma-nu-ên ở trong lòng, chúng tôi thành kính phục tòng.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24129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2</TotalTime>
  <Words>258</Words>
  <Application>Microsoft Office PowerPoint</Application>
  <PresentationFormat>Custom</PresentationFormat>
  <Paragraphs>16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faithstocks-template-powerpoint-001</vt:lpstr>
      <vt:lpstr>Thánh Ca 61 Ô BẾT-LÊ-HEM ẤP NHỎ</vt:lpstr>
      <vt:lpstr>1. Ô Bết-lê-hem, ấp nhỏ nầy, chốn ngươi thật an bình bấy! </vt:lpstr>
      <vt:lpstr>Khi ngươi đương giấc mê man không ngờ, ánh sao nhẹ lướt êm tờ. </vt:lpstr>
      <vt:lpstr>Ấy chốn phát chân quang đời đời, trong đường ngươi đang tăm tối,</vt:lpstr>
      <vt:lpstr>Bao xưa hy vọng, kinh hãi đôi đường, bữa nay gặp giữa đêm trường.</vt:lpstr>
      <vt:lpstr>2. Xưa khi Ma-ri sanh Jêsus, chúng dân thay thảy đều ngủ. </vt:lpstr>
      <vt:lpstr>Thiên binh âu yếm trông nom Con Trời, tối nay vừa mới ra đời.</vt:lpstr>
      <vt:lpstr> Các thánh sứ cao rao nhiệt thành Tin mừng đêm sanh Con Thánh:</vt:lpstr>
      <vt:lpstr>Tôn vinh Thiên Phụ, danh sáng trên trời, đất an bình phước cho người.</vt:lpstr>
      <vt:lpstr>3. Ơn ban yên lặng, ơn rất kỳ, giữa đêm thanh vắng hùng vĩ. </vt:lpstr>
      <vt:lpstr>Hôm nay ơn ấy ban cho tâm nầy cũng yên lặng giống như vậy. </vt:lpstr>
      <vt:lpstr>Dẫu Christ đến êm ru lặng bặt, tuy đời tội ô sâu sắc, nhưng ta, ai người tâm tánh nhu mì, Christ vui ngự đến trị vì.</vt:lpstr>
      <vt:lpstr>4. Anh em tôi thành tâm kính mời Thánh Anh Bết-lê-hem hỡi.</vt:lpstr>
      <vt:lpstr>Vô tâm trung đuổi ra muôn muôn tội, giáng sinh trong cả chúng tôi. </vt:lpstr>
      <vt:lpstr>Thánh sứ Nô-ên rao tận tường, tin trọng đại, tin vui sướng, xin Em-ma-nu-ên ở trong lòng, chúng tôi thành kính phục tòng.</vt:lpstr>
    </vt:vector>
  </TitlesOfParts>
  <Company>ASI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61 Ô BẾT-LÊ-HEM ẤP NHỎ</dc:title>
  <dc:creator>Phan Minh Vinh An; An Phan</dc:creator>
  <cp:lastModifiedBy>An Phan</cp:lastModifiedBy>
  <cp:revision>1</cp:revision>
  <dcterms:created xsi:type="dcterms:W3CDTF">2018-01-21T12:55:25Z</dcterms:created>
  <dcterms:modified xsi:type="dcterms:W3CDTF">2018-01-21T12:58:17Z</dcterms:modified>
</cp:coreProperties>
</file>