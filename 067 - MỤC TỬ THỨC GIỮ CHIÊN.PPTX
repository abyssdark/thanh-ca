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59" autoAdjust="0"/>
    <p:restoredTop sz="86477" autoAdjust="0"/>
  </p:normalViewPr>
  <p:slideViewPr>
    <p:cSldViewPr snapToGrid="0">
      <p:cViewPr varScale="1">
        <p:scale>
          <a:sx n="28" d="100"/>
          <a:sy n="28" d="100"/>
        </p:scale>
        <p:origin x="-114" y="-756"/>
      </p:cViewPr>
      <p:guideLst>
        <p:guide orient="horz" pos="2160"/>
        <p:guide pos="3840"/>
      </p:guideLst>
    </p:cSldViewPr>
  </p:slideViewPr>
  <p:outlineViewPr>
    <p:cViewPr>
      <p:scale>
        <a:sx n="33" d="100"/>
        <a:sy n="33" d="100"/>
      </p:scale>
      <p:origin x="6"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Thánh Ca 67</a:t>
            </a:r>
          </a:p>
          <a:p>
            <a:r>
              <a:rPr lang="vi-VN" dirty="0" smtClean="0"/>
              <a:t>MỤC TỬ THỨC </a:t>
            </a:r>
            <a:r>
              <a:rPr lang="en-US" smtClean="0"/>
              <a:t/>
            </a:r>
            <a:br>
              <a:rPr lang="en-US" smtClean="0"/>
            </a:br>
            <a:r>
              <a:rPr lang="vi-VN" smtClean="0"/>
              <a:t>GIỮ </a:t>
            </a:r>
            <a:r>
              <a:rPr lang="vi-VN" dirty="0" smtClean="0"/>
              <a:t>CHIÊN</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en-US" dirty="0" smtClean="0"/>
              <a:t>1. </a:t>
            </a:r>
            <a:r>
              <a:rPr lang="vi-VN" dirty="0" smtClean="0"/>
              <a:t>Mục tử lúc canh trường thức giữ chiên, ngồi cùng nhau trên đồi nghiêng. </a:t>
            </a:r>
            <a:endParaRPr lang="en-US" dirty="0"/>
          </a:p>
        </p:txBody>
      </p:sp>
    </p:spTree>
    <p:extLst>
      <p:ext uri="{BB962C8B-B14F-4D97-AF65-F5344CB8AC3E}">
        <p14:creationId xmlns:p14="http://schemas.microsoft.com/office/powerpoint/2010/main" val="841676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smtClean="0"/>
              <a:t>Thoạt có thiên binh thân lâm huy hoàng, chiếu quanh đây muôn </a:t>
            </a:r>
            <a:r>
              <a:rPr lang="en-US" dirty="0" smtClean="0"/>
              <a:t/>
            </a:r>
            <a:br>
              <a:rPr lang="en-US" dirty="0" smtClean="0"/>
            </a:br>
            <a:r>
              <a:rPr lang="vi-VN" dirty="0" smtClean="0"/>
              <a:t>hào quang.</a:t>
            </a:r>
            <a:endParaRPr lang="en-US" dirty="0"/>
          </a:p>
        </p:txBody>
      </p:sp>
    </p:spTree>
    <p:extLst>
      <p:ext uri="{BB962C8B-B14F-4D97-AF65-F5344CB8AC3E}">
        <p14:creationId xmlns:p14="http://schemas.microsoft.com/office/powerpoint/2010/main" val="1427836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smtClean="0"/>
              <a:t>2. Họ khiếp bỗng nghe thần sứ nhủ khuyên: “Đừng sợ </a:t>
            </a:r>
            <a:r>
              <a:rPr lang="vi-VN" dirty="0" smtClean="0"/>
              <a:t>chi,</a:t>
            </a:r>
            <a:r>
              <a:rPr lang="en-US" dirty="0" smtClean="0"/>
              <a:t/>
            </a:r>
            <a:br>
              <a:rPr lang="en-US" dirty="0" smtClean="0"/>
            </a:br>
            <a:r>
              <a:rPr lang="vi-VN" dirty="0" smtClean="0"/>
              <a:t>nên </a:t>
            </a:r>
            <a:r>
              <a:rPr lang="vi-VN" dirty="0" smtClean="0"/>
              <a:t>bình yên! </a:t>
            </a:r>
            <a:endParaRPr lang="en-US" dirty="0"/>
          </a:p>
        </p:txBody>
      </p:sp>
    </p:spTree>
    <p:extLst>
      <p:ext uri="{BB962C8B-B14F-4D97-AF65-F5344CB8AC3E}">
        <p14:creationId xmlns:p14="http://schemas.microsoft.com/office/powerpoint/2010/main" val="2216483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smtClean="0"/>
              <a:t>Nầy, phước âm ta rao cho mọi người, các ngươi hôm nay cùng vui”.</a:t>
            </a:r>
            <a:endParaRPr lang="en-US" dirty="0"/>
          </a:p>
        </p:txBody>
      </p:sp>
    </p:spTree>
    <p:extLst>
      <p:ext uri="{BB962C8B-B14F-4D97-AF65-F5344CB8AC3E}">
        <p14:creationId xmlns:p14="http://schemas.microsoft.com/office/powerpoint/2010/main" val="1906395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smtClean="0"/>
              <a:t>3. “Hồng phúc các ngươi thành Đa-vít đây, Chồi Đa-vít sinh ngày nay. </a:t>
            </a:r>
            <a:endParaRPr lang="en-US" dirty="0"/>
          </a:p>
        </p:txBody>
      </p:sp>
    </p:spTree>
    <p:extLst>
      <p:ext uri="{BB962C8B-B14F-4D97-AF65-F5344CB8AC3E}">
        <p14:creationId xmlns:p14="http://schemas.microsoft.com/office/powerpoint/2010/main" val="84636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smtClean="0"/>
              <a:t>Là Christ, Cứu Chúa ban cho nhân loại, dấu như sau đây tìm coi.”</a:t>
            </a:r>
            <a:endParaRPr lang="en-US" dirty="0"/>
          </a:p>
        </p:txBody>
      </p:sp>
    </p:spTree>
    <p:extLst>
      <p:ext uri="{BB962C8B-B14F-4D97-AF65-F5344CB8AC3E}">
        <p14:creationId xmlns:p14="http://schemas.microsoft.com/office/powerpoint/2010/main" val="4246337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smtClean="0"/>
              <a:t>4. “Thần Tử các ngươi nhìn thấy bữa nay, trình diện cho nhân loại đây; </a:t>
            </a:r>
            <a:endParaRPr lang="en-US" dirty="0"/>
          </a:p>
        </p:txBody>
      </p:sp>
    </p:spTree>
    <p:extLst>
      <p:ext uri="{BB962C8B-B14F-4D97-AF65-F5344CB8AC3E}">
        <p14:creationId xmlns:p14="http://schemas.microsoft.com/office/powerpoint/2010/main" val="604911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en-US" dirty="0" smtClean="0"/>
              <a:t>N</a:t>
            </a:r>
            <a:r>
              <a:rPr lang="vi-VN" dirty="0" smtClean="0"/>
              <a:t>ào có chi hơn vuông khăn bọc mình, máng chiên kia nơi Ngài sinh”.</a:t>
            </a:r>
            <a:endParaRPr lang="en-US" dirty="0"/>
          </a:p>
        </p:txBody>
      </p:sp>
    </p:spTree>
    <p:extLst>
      <p:ext uri="{BB962C8B-B14F-4D97-AF65-F5344CB8AC3E}">
        <p14:creationId xmlns:p14="http://schemas.microsoft.com/office/powerpoint/2010/main" val="3981704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smtClean="0"/>
              <a:t>5. “Tụng mỹ Chúa trên trời cả sáng danh, địa hạ an vui bình thanh. </a:t>
            </a:r>
            <a:endParaRPr lang="en-US" dirty="0"/>
          </a:p>
        </p:txBody>
      </p:sp>
    </p:spTree>
    <p:extLst>
      <p:ext uri="{BB962C8B-B14F-4D97-AF65-F5344CB8AC3E}">
        <p14:creationId xmlns:p14="http://schemas.microsoft.com/office/powerpoint/2010/main" val="4040547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Hạnh phước giáng lâm nay trên nhân loại, mãi tươi vui không hề phai”.</a:t>
            </a:r>
            <a:endParaRPr lang="en-US" dirty="0"/>
          </a:p>
        </p:txBody>
      </p:sp>
    </p:spTree>
    <p:extLst>
      <p:ext uri="{BB962C8B-B14F-4D97-AF65-F5344CB8AC3E}">
        <p14:creationId xmlns:p14="http://schemas.microsoft.com/office/powerpoint/2010/main" val="2440370690"/>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Presentation1" id="{F5C834B2-4A3E-49F7-9EB5-908E626B4A0E}" vid="{6886AF0C-C0C5-4004-8430-67B367CF969C}"/>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9</TotalTime>
  <Words>175</Words>
  <Application>Microsoft Office PowerPoint</Application>
  <PresentationFormat>Custom</PresentationFormat>
  <Paragraphs>12</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faithstocks-template-powerpoint-001</vt:lpstr>
      <vt:lpstr>Thánh Ca 67 MỤC TỬ THỨC  GIỮ CHIÊN</vt:lpstr>
      <vt:lpstr>1. Mục tử lúc canh trường thức giữ chiên, ngồi cùng nhau trên đồi nghiêng. </vt:lpstr>
      <vt:lpstr>Thoạt có thiên binh thân lâm huy hoàng, chiếu quanh đây muôn  hào quang.</vt:lpstr>
      <vt:lpstr>2. Họ khiếp bỗng nghe thần sứ nhủ khuyên: “Đừng sợ chi, nên bình yên! </vt:lpstr>
      <vt:lpstr>Nầy, phước âm ta rao cho mọi người, các ngươi hôm nay cùng vui”.</vt:lpstr>
      <vt:lpstr>3. “Hồng phúc các ngươi thành Đa-vít đây, Chồi Đa-vít sinh ngày nay. </vt:lpstr>
      <vt:lpstr>Là Christ, Cứu Chúa ban cho nhân loại, dấu như sau đây tìm coi.”</vt:lpstr>
      <vt:lpstr>4. “Thần Tử các ngươi nhìn thấy bữa nay, trình diện cho nhân loại đây; </vt:lpstr>
      <vt:lpstr>Nào có chi hơn vuông khăn bọc mình, máng chiên kia nơi Ngài sinh”.</vt:lpstr>
      <vt:lpstr>5. “Tụng mỹ Chúa trên trời cả sáng danh, địa hạ an vui bình thanh. </vt:lpstr>
      <vt:lpstr>Hạnh phước giáng lâm nay trên nhân loại, mãi tươi vui không hề phai”.</vt:lpstr>
    </vt:vector>
  </TitlesOfParts>
  <Company>ASI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067 - Mục Tử Thức Giữ Chiên   Thánh Ca 67 Mục Tử Thức Giữ Chiên  1. Mục tử lúc canh trường thức giữ chiên, ngồi cùng nhau trên  đồi nghiêng.   Thoạt có thiên binh thân lâm huy hoàng, chiếu quanh đây muôn hào quang.  2. Họ khiếp bỗng nghe thần sứ nhủ khuyên: “Đừng sợ chi, nên bình yên!   Nầy, phước âm ta rao cho mọi người, các ngươi hôm nay cùng vui”.  3. “Hồng phúc các ngươi thành Đa-vít đây, Chồi Đa-vít  sinh ngày nay.   Là Christ, Cứu Chúa ban cho nhân loại, dấu như sau đây  tìm coi.”  Thánh Ca 67 Mục Tử Thức Giữ Chiên  4. “Thần Tử các ngươi nhìn thấy bữa nay, trình diện cho nhân loại đây;   nào có chi hơn vuông khăn bọc mình, máng chiên kia nơi Ngài sinh”.  5. “Tụng mỹ Chúa trên trời cả sáng danh, địa hạ an vui bình thanh.   Hạnh phước giáng lâm nay trên nhân loại, mãi tươi vui không hề phai”.</dc:title>
  <dc:creator>Phan Minh Vinh An; An Phan</dc:creator>
  <cp:lastModifiedBy>An Phan</cp:lastModifiedBy>
  <cp:revision>3</cp:revision>
  <dcterms:created xsi:type="dcterms:W3CDTF">2018-01-21T23:09:38Z</dcterms:created>
  <dcterms:modified xsi:type="dcterms:W3CDTF">2018-01-23T13:00:23Z</dcterms:modified>
</cp:coreProperties>
</file>