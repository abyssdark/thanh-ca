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369" autoAdjust="0"/>
  </p:normalViewPr>
  <p:slideViewPr>
    <p:cSldViewPr snapToGrid="0">
      <p:cViewPr varScale="1">
        <p:scale>
          <a:sx n="28" d="100"/>
          <a:sy n="28" d="100"/>
        </p:scale>
        <p:origin x="-114" y="-750"/>
      </p:cViewPr>
      <p:guideLst>
        <p:guide orient="horz" pos="2160"/>
        <p:guide pos="3840"/>
      </p:guideLst>
    </p:cSldViewPr>
  </p:slideViewPr>
  <p:outlineViewPr>
    <p:cViewPr>
      <p:scale>
        <a:sx n="33" d="100"/>
        <a:sy n="33" d="100"/>
      </p:scale>
      <p:origin x="48" y="333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a:t>
            </a:r>
            <a:r>
              <a:rPr lang="vi-VN" dirty="0"/>
              <a:t>Ca 87</a:t>
            </a:r>
          </a:p>
          <a:p>
            <a:r>
              <a:rPr lang="vi-VN" dirty="0" smtClean="0"/>
              <a:t>KÌA, CHÍN MƯƠI</a:t>
            </a:r>
            <a:r>
              <a:rPr lang="en-US" smtClean="0"/>
              <a:t/>
            </a:r>
            <a:br>
              <a:rPr lang="en-US" smtClean="0"/>
            </a:br>
            <a:r>
              <a:rPr lang="vi-VN" smtClean="0"/>
              <a:t>CHÍN </a:t>
            </a:r>
            <a:r>
              <a:rPr lang="vi-VN" dirty="0" smtClean="0"/>
              <a:t>CON</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Kìa chín mươi chín con nằm bình yên, trong bốn vách tường ràn chiên.</a:t>
            </a:r>
            <a:endParaRPr lang="en-US" dirty="0"/>
          </a:p>
        </p:txBody>
      </p:sp>
    </p:spTree>
    <p:extLst>
      <p:ext uri="{BB962C8B-B14F-4D97-AF65-F5344CB8AC3E}">
        <p14:creationId xmlns:p14="http://schemas.microsoft.com/office/powerpoint/2010/main" val="2175617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Một con bơ vơ nơi dốc núi xa, xa cách cửa vàng nhà Cha. Ngơ ngác quẩn quanh non núi gốc gai,</a:t>
            </a:r>
            <a:endParaRPr lang="en-US" dirty="0"/>
          </a:p>
        </p:txBody>
      </p:sp>
    </p:spTree>
    <p:extLst>
      <p:ext uri="{BB962C8B-B14F-4D97-AF65-F5344CB8AC3E}">
        <p14:creationId xmlns:p14="http://schemas.microsoft.com/office/powerpoint/2010/main" val="1076438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vắng bóng Cứu Chúa,</a:t>
            </a:r>
            <a:r>
              <a:rPr lang="en-US" baseline="0" dirty="0" smtClean="0"/>
              <a:t> </a:t>
            </a:r>
            <a:r>
              <a:rPr lang="vi-VN" dirty="0" smtClean="0"/>
              <a:t>Người chăn êm ái, vắng bóng Cứu Chúa dìu dắt đêm ngày.</a:t>
            </a:r>
            <a:endParaRPr lang="en-US" dirty="0"/>
          </a:p>
        </p:txBody>
      </p:sp>
    </p:spTree>
    <p:extLst>
      <p:ext uri="{BB962C8B-B14F-4D97-AF65-F5344CB8AC3E}">
        <p14:creationId xmlns:p14="http://schemas.microsoft.com/office/powerpoint/2010/main" val="3038951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“Còn chín mươi chín chiên kìa đẹp bao. Ôi, Chúa chẳng hài </a:t>
            </a:r>
            <a:r>
              <a:rPr lang="en-US" dirty="0" smtClean="0"/>
              <a:t/>
            </a:r>
            <a:br>
              <a:rPr lang="en-US" dirty="0" smtClean="0"/>
            </a:br>
            <a:r>
              <a:rPr lang="vi-VN" dirty="0" smtClean="0"/>
              <a:t>lòng sao?”</a:t>
            </a:r>
            <a:endParaRPr lang="en-US" dirty="0"/>
          </a:p>
        </p:txBody>
      </p:sp>
    </p:spTree>
    <p:extLst>
      <p:ext uri="{BB962C8B-B14F-4D97-AF65-F5344CB8AC3E}">
        <p14:creationId xmlns:p14="http://schemas.microsoft.com/office/powerpoint/2010/main" val="3606687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Lệ tuôn Jêsus quay đáp thiết tha: “Con đó đã lìa ràn ta”. Lên dốc, xuống đường, bao quản khó gay,</a:t>
            </a:r>
            <a:endParaRPr lang="en-US" dirty="0"/>
          </a:p>
        </p:txBody>
      </p:sp>
    </p:spTree>
    <p:extLst>
      <p:ext uri="{BB962C8B-B14F-4D97-AF65-F5344CB8AC3E}">
        <p14:creationId xmlns:p14="http://schemas.microsoft.com/office/powerpoint/2010/main" val="2497736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quyết sống chết kiếm một con chiên ấy, quyết sống chết kiếm tìm con </a:t>
            </a:r>
            <a:r>
              <a:rPr lang="en-US" dirty="0" smtClean="0"/>
              <a:t/>
            </a:r>
            <a:br>
              <a:rPr lang="en-US" dirty="0" smtClean="0"/>
            </a:br>
            <a:r>
              <a:rPr lang="vi-VN" dirty="0" smtClean="0"/>
              <a:t>chiên nầy!</a:t>
            </a:r>
            <a:endParaRPr lang="en-US" dirty="0"/>
          </a:p>
        </p:txBody>
      </p:sp>
    </p:spTree>
    <p:extLst>
      <p:ext uri="{BB962C8B-B14F-4D97-AF65-F5344CB8AC3E}">
        <p14:creationId xmlns:p14="http://schemas.microsoft.com/office/powerpoint/2010/main" val="409112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Tuyệt nhiên không ai đo dò cạn sâu, sông suối Chúa từng vượt đâu.</a:t>
            </a:r>
            <a:endParaRPr lang="en-US" dirty="0"/>
          </a:p>
        </p:txBody>
      </p:sp>
    </p:spTree>
    <p:extLst>
      <p:ext uri="{BB962C8B-B14F-4D97-AF65-F5344CB8AC3E}">
        <p14:creationId xmlns:p14="http://schemas.microsoft.com/office/powerpoint/2010/main" val="1863575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Hoặc đêm âm u tâm Chúa chẳng yên, nôn nả cố tìm gặp chiên. Trong núi Chúa nghe chiên ré </a:t>
            </a:r>
            <a:r>
              <a:rPr lang="en-US" dirty="0" smtClean="0"/>
              <a:t/>
            </a:r>
            <a:br>
              <a:rPr lang="en-US" dirty="0" smtClean="0"/>
            </a:br>
            <a:r>
              <a:rPr lang="vi-VN" dirty="0" smtClean="0"/>
              <a:t>thảm thương.</a:t>
            </a:r>
            <a:endParaRPr lang="en-US" dirty="0"/>
          </a:p>
        </p:txBody>
      </p:sp>
    </p:spTree>
    <p:extLst>
      <p:ext uri="{BB962C8B-B14F-4D97-AF65-F5344CB8AC3E}">
        <p14:creationId xmlns:p14="http://schemas.microsoft.com/office/powerpoint/2010/main" val="2002060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Ốm yếu, sắp chết nào ai cấp dưỡng, ốm yếu sắp chết nào kẻ am tường.</a:t>
            </a:r>
            <a:endParaRPr lang="en-US" dirty="0"/>
          </a:p>
        </p:txBody>
      </p:sp>
    </p:spTree>
    <p:extLst>
      <p:ext uri="{BB962C8B-B14F-4D97-AF65-F5344CB8AC3E}">
        <p14:creationId xmlns:p14="http://schemas.microsoft.com/office/powerpoint/2010/main" val="3113443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“Lạy Jêsus sao trên đường thượng sơn in dấu huyết từng bàn chân?”</a:t>
            </a:r>
            <a:endParaRPr lang="en-US" dirty="0"/>
          </a:p>
        </p:txBody>
      </p:sp>
    </p:spTree>
    <p:extLst>
      <p:ext uri="{BB962C8B-B14F-4D97-AF65-F5344CB8AC3E}">
        <p14:creationId xmlns:p14="http://schemas.microsoft.com/office/powerpoint/2010/main" val="3747787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“Vì chiên kia nên ta đổ huyết ra, khi kiếm nó dọc rừng xa.” “Tay Chúa cớ sao lưu dấu vết đây?”</a:t>
            </a:r>
            <a:endParaRPr lang="en-US" dirty="0"/>
          </a:p>
        </p:txBody>
      </p:sp>
    </p:spTree>
    <p:extLst>
      <p:ext uri="{BB962C8B-B14F-4D97-AF65-F5344CB8AC3E}">
        <p14:creationId xmlns:p14="http://schemas.microsoft.com/office/powerpoint/2010/main" val="3608496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“Ấy lúc bóng tối bị gai đâm bấy, trong đêm tối tăm bị xước tay nầy.”</a:t>
            </a:r>
            <a:endParaRPr lang="en-US" dirty="0"/>
          </a:p>
        </p:txBody>
      </p:sp>
    </p:spTree>
    <p:extLst>
      <p:ext uri="{BB962C8B-B14F-4D97-AF65-F5344CB8AC3E}">
        <p14:creationId xmlns:p14="http://schemas.microsoft.com/office/powerpoint/2010/main" val="2755848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Điệu ca nghe như lôi đình dội vang, rung núi lớn, dậy rừng hoang.</a:t>
            </a:r>
            <a:endParaRPr lang="en-US" dirty="0"/>
          </a:p>
        </p:txBody>
      </p:sp>
    </p:spTree>
    <p:extLst>
      <p:ext uri="{BB962C8B-B14F-4D97-AF65-F5344CB8AC3E}">
        <p14:creationId xmlns:p14="http://schemas.microsoft.com/office/powerpoint/2010/main" val="3485004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Vượt qua không trung lên đến thánh môn: “Vui quá đã tìm được con!” Thiên sứ đứng quanh bên Chúa xướng ca:</a:t>
            </a:r>
            <a:endParaRPr lang="en-US" dirty="0"/>
          </a:p>
        </p:txBody>
      </p:sp>
    </p:spTree>
    <p:extLst>
      <p:ext uri="{BB962C8B-B14F-4D97-AF65-F5344CB8AC3E}">
        <p14:creationId xmlns:p14="http://schemas.microsoft.com/office/powerpoint/2010/main" val="942975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“Cứu Chúa đã kiếm được chiên vui quá. Cứu Chúa đã kiếm được </a:t>
            </a:r>
            <a:r>
              <a:rPr lang="en-US" dirty="0" smtClean="0"/>
              <a:t/>
            </a:r>
            <a:br>
              <a:rPr lang="en-US" dirty="0" smtClean="0"/>
            </a:br>
            <a:r>
              <a:rPr lang="vi-VN" dirty="0" smtClean="0"/>
              <a:t>chiên vô nhà!”</a:t>
            </a:r>
            <a:endParaRPr lang="en-US" dirty="0"/>
          </a:p>
        </p:txBody>
      </p:sp>
    </p:spTree>
    <p:extLst>
      <p:ext uri="{BB962C8B-B14F-4D97-AF65-F5344CB8AC3E}">
        <p14:creationId xmlns:p14="http://schemas.microsoft.com/office/powerpoint/2010/main" val="4200667596"/>
      </p:ext>
    </p:extLst>
  </p:cSld>
  <p:clrMapOvr>
    <a:masterClrMapping/>
  </p:clrMapOvr>
</p:sld>
</file>

<file path=ppt/theme/theme1.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3</TotalTime>
  <Words>310</Words>
  <Application>Microsoft Office PowerPoint</Application>
  <PresentationFormat>Custom</PresentationFormat>
  <Paragraphs>17</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Presentation1</vt:lpstr>
      <vt:lpstr>Thánh Ca 87 KÌA, CHÍN MƯƠI CHÍN CON</vt:lpstr>
      <vt:lpstr>1. Kìa chín mươi chín con nằm bình yên, trong bốn vách tường ràn chiên.</vt:lpstr>
      <vt:lpstr>Một con bơ vơ nơi dốc núi xa, xa cách cửa vàng nhà Cha. Ngơ ngác quẩn quanh non núi gốc gai,</vt:lpstr>
      <vt:lpstr>vắng bóng Cứu Chúa, Người chăn êm ái, vắng bóng Cứu Chúa dìu dắt đêm ngày.</vt:lpstr>
      <vt:lpstr>2. “Còn chín mươi chín chiên kìa đẹp bao. Ôi, Chúa chẳng hài  lòng sao?”</vt:lpstr>
      <vt:lpstr>Lệ tuôn Jêsus quay đáp thiết tha: “Con đó đã lìa ràn ta”. Lên dốc, xuống đường, bao quản khó gay,</vt:lpstr>
      <vt:lpstr>quyết sống chết kiếm một con chiên ấy, quyết sống chết kiếm tìm con  chiên nầy!</vt:lpstr>
      <vt:lpstr>3. Tuyệt nhiên không ai đo dò cạn sâu, sông suối Chúa từng vượt đâu.</vt:lpstr>
      <vt:lpstr>Hoặc đêm âm u tâm Chúa chẳng yên, nôn nả cố tìm gặp chiên. Trong núi Chúa nghe chiên ré  thảm thương.</vt:lpstr>
      <vt:lpstr>Ốm yếu, sắp chết nào ai cấp dưỡng, ốm yếu sắp chết nào kẻ am tường.</vt:lpstr>
      <vt:lpstr>4. “Lạy Jêsus sao trên đường thượng sơn in dấu huyết từng bàn chân?”</vt:lpstr>
      <vt:lpstr>“Vì chiên kia nên ta đổ huyết ra, khi kiếm nó dọc rừng xa.” “Tay Chúa cớ sao lưu dấu vết đây?”</vt:lpstr>
      <vt:lpstr>“Ấy lúc bóng tối bị gai đâm bấy, trong đêm tối tăm bị xước tay nầy.”</vt:lpstr>
      <vt:lpstr>5. Điệu ca nghe như lôi đình dội vang, rung núi lớn, dậy rừng hoang.</vt:lpstr>
      <vt:lpstr>Vượt qua không trung lên đến thánh môn: “Vui quá đã tìm được con!” Thiên sứ đứng quanh bên Chúa xướng ca:</vt:lpstr>
      <vt:lpstr>“Cứu Chúa đã kiếm được chiên vui quá. Cứu Chúa đã kiếm được  chiên vô nhà!”</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087 - Kìa, Chín Mươi Chín Con   Thánh Ca 87 Kìa, Chín Mươi Chín Con  1. Kìa chín mươi chín con nằm bình yên, trong bốn vách tường ràn chiên.   Một con bơ vơ nơi dốc núi xa, xa cách cửa vàng nhà Cha. Ngơ ngác quẩn quanh non núi gốc gai,   vắng bóng Cứu Chúa,  Người chăn êm ái, vắng bóng Cứu Chúa dìu dắt đêm ngày.  2. “Còn chín mươi chín chiên kìa đẹp bao. Ôi, Chúa chẳng hài lòng sao?”   Lệ tuôn Jêsus quay đáp thiết tha: “Con đó đã lìa ràn ta”. Lên dốc, xuống đường, bao quản khó gay,   quyết sống chết kiếm một con chiên ấy, quyết sống chết kiếm tìm con chiên nầy!  3. Tuyệt nhiên không ai đo dò cạn sâu, sông suối Chúa  từng vượt đâu.   Hoặc đêm âm u tâm Chúa chẳng yên, nôn nả cố tìm gặp chiên. Trong núi Chúa nghe chiên ré thảm thương.   Ốm yếu, sắp chết nào ai cấp dưỡng, ốm yếu sắp chết  nào kẻ am tường.  4. “Lạy Jêsus sao trên đường thượng sơn in dấu huyết từng bàn chân?”   “Vì chiên kia nên ta đổ huyết ra, khi kiếm nó dọc rừng xa.” “Tay Chúa cớ sao lưu dấu vết đây?”   “Ấy lúc bóng tối bị gai đâm bấy, trong đêm tối tăm bị xước tay nầy.”  5. Điệu ca nghe như lôi đình dội vang, rung núi lớn,  dậy rừng hoang.   Vượt qua không trung lên đến thánh môn: “Vui quá đã tìm được con!” Thiên sứ đứng quanh bên Chúa xướng ca:   “Cứu Chúa đã kiếm được chiên vui quá. Cứu Chúa đã kiếm được chiên vô nhà!”</dc:title>
  <dc:creator>Phan Minh Vinh An; Hiro</dc:creator>
  <cp:lastModifiedBy>An Phan</cp:lastModifiedBy>
  <cp:revision>2</cp:revision>
  <dcterms:created xsi:type="dcterms:W3CDTF">2018-01-22T08:30:06Z</dcterms:created>
  <dcterms:modified xsi:type="dcterms:W3CDTF">2018-01-23T13:19:17Z</dcterms:modified>
</cp:coreProperties>
</file>