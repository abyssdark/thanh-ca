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37</a:t>
            </a:r>
            <a:br>
              <a:rPr lang="vi-VN" dirty="0"/>
            </a:br>
            <a:r>
              <a:rPr lang="vi-VN" dirty="0"/>
              <a:t>NGÀY NGHỈ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HẠNH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vi-VN" smtClean="0"/>
              <a:t>Ngày </a:t>
            </a:r>
            <a:r>
              <a:rPr lang="vi-VN" dirty="0"/>
              <a:t>nghỉ rất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hạnh,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khương bình,</a:t>
            </a:r>
            <a:r>
              <a:rPr lang="en-US" dirty="0"/>
              <a:t> </a:t>
            </a:r>
            <a:r>
              <a:rPr lang="vi-VN" dirty="0"/>
              <a:t>ngày thánh hớn hở</a:t>
            </a:r>
            <a:r>
              <a:rPr lang="en-US" dirty="0"/>
              <a:t> </a:t>
            </a:r>
            <a:r>
              <a:rPr lang="vi-VN" dirty="0"/>
              <a:t>hân hoan;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Là thuốc chữa khổ tâm thương tình, rực rỡ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ánh sáng vẻ vang;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thuở trổi khúc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giữa ngươi hoài,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3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du dương hòa thanh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nối vần: Ngợi khen,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thánh Vua thiên đài, Ba Ngôi ấy vốn</a:t>
            </a:r>
            <a:r>
              <a:rPr lang="en-US" dirty="0"/>
              <a:t> </a:t>
            </a:r>
            <a:r>
              <a:rPr lang="vi-VN" dirty="0"/>
              <a:t>Chân Thần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41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Ngày ấy lúc</a:t>
            </a:r>
            <a:r>
              <a:rPr lang="en-US" dirty="0"/>
              <a:t> </a:t>
            </a:r>
            <a:r>
              <a:rPr lang="vi-VN" dirty="0"/>
              <a:t>sáng tạo ban đầu,</a:t>
            </a:r>
            <a:r>
              <a:rPr lang="en-US" dirty="0"/>
              <a:t> </a:t>
            </a:r>
            <a:r>
              <a:rPr lang="vi-VN" dirty="0"/>
              <a:t>sự sáng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trước nhất</a:t>
            </a:r>
            <a:r>
              <a:rPr lang="en-US" dirty="0"/>
              <a:t> </a:t>
            </a:r>
            <a:r>
              <a:rPr lang="vi-VN" dirty="0"/>
              <a:t>khai sinh;</a:t>
            </a:r>
            <a:r>
              <a:rPr lang="en-US" dirty="0"/>
              <a:t> </a:t>
            </a:r>
            <a:r>
              <a:rPr lang="vi-VN" dirty="0"/>
              <a:t>Ngày ấy Chúa</a:t>
            </a:r>
            <a:r>
              <a:rPr lang="en-US" dirty="0"/>
              <a:t> </a:t>
            </a:r>
            <a:r>
              <a:rPr lang="vi-VN" dirty="0"/>
              <a:t>sống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ơn mầu,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7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Toàn cứu chúng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thoát u minh;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Hôm ấy Chúa khiến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Linh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vui lâm trần soi sáng lòa;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5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Lạ thay, ba ánh sáng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đài, hôm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giữa ngươi chung hòa.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0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Ở giữa cảnh thế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mỏi mê nầy,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ngày ấy Chúa đổ ma-na;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30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Rền khắp tiếng trống, chuông vui vầy,</a:t>
            </a:r>
            <a:r>
              <a:rPr lang="en-US" dirty="0"/>
              <a:t> </a:t>
            </a:r>
            <a:r>
              <a:rPr lang="vi-VN" dirty="0"/>
              <a:t>họp nhóm giáo hữu</a:t>
            </a:r>
            <a:r>
              <a:rPr lang="en-US" dirty="0"/>
              <a:t> </a:t>
            </a:r>
            <a:r>
              <a:rPr lang="vi-VN" dirty="0"/>
              <a:t>chúng ta;</a:t>
            </a:r>
            <a:r>
              <a:rPr lang="en-US" dirty="0"/>
              <a:t> </a:t>
            </a:r>
            <a:r>
              <a:rPr lang="vi-VN" dirty="0"/>
              <a:t>Nơi có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ánh sáng của Tin lành,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6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thanh quang trời cao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rỡ ràng, Dòng thiêng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phun mãi tưới tâm tình,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thu</a:t>
            </a:r>
            <a:r>
              <a:rPr lang="en-US" dirty="0"/>
              <a:t> </a:t>
            </a:r>
            <a:r>
              <a:rPr lang="vi-VN" dirty="0"/>
              <a:t>thỏa vuian nhàn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030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Nhận lãnh phước mới, muôn ơn lành, ngày nghỉ thánh Chúa Cha ban.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Từ đây tiến bước</a:t>
            </a:r>
            <a:r>
              <a:rPr lang="en-US" dirty="0"/>
              <a:t> </a:t>
            </a:r>
            <a:r>
              <a:rPr lang="vi-VN" dirty="0"/>
              <a:t>vô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thành,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1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về chỗ các thánh nghỉ an; Vui vẻ chúc tán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trên trời, Cha,</a:t>
            </a:r>
            <a:r>
              <a:rPr lang="en-US" dirty="0"/>
              <a:t> </a:t>
            </a:r>
            <a:r>
              <a:rPr lang="vi-VN" dirty="0"/>
              <a:t>Con và Linh chí thuần.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26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Nghìn muôn dân thánh chung khen ngợi Ba Ngôi ấy vốn Chân Thần.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75956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13</TotalTime>
  <Words>115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faithstocks-template-powerpoint-001</vt:lpstr>
      <vt:lpstr>Thánh Ca 37 NGÀY NGHỈ PHƯỚC HẠNH</vt:lpstr>
      <vt:lpstr>1. Ngày nghỉ rất phước hạnh, khương bình, ngày thánh hớn hở hân hoan; </vt:lpstr>
      <vt:lpstr>Là thuốc chữa khổ tâm thương tình, rực rỡ ánh sáng vẻ vang; Muôn thuở trổi khúc giữa ngươi hoài, </vt:lpstr>
      <vt:lpstr>du dương hòa thanh nối vần: Ngợi khen, tôn thánh Vua thiên đài, Ba Ngôi ấy vốn Chân Thần</vt:lpstr>
      <vt:lpstr>2. Ngày ấy lúc sáng tạo ban đầu, sự sáng trước nhất khai sinh; Ngày ấy Chúa sống ban ơn mầu, </vt:lpstr>
      <vt:lpstr>Toàn cứu chúng thoát u minh; Hôm ấy Chúa khiến Thánh Linh Ngài, vui lâm trần soi sáng lòa; </vt:lpstr>
      <vt:lpstr>Lạ thay, ba ánh sáng thiên đài, hôm nay giữa ngươi chung hòa.</vt:lpstr>
      <vt:lpstr>3. Ở giữa cảnh thế mỏi mê nầy, ngày ấy Chúa đổ ma-na; </vt:lpstr>
      <vt:lpstr>Rền khắp tiếng trống, chuông vui vầy, họp nhóm giáo hữu chúng ta; Nơi có ánh sáng của Tin lành, </vt:lpstr>
      <vt:lpstr>thanh quang trời cao rỡ ràng, Dòng thiêng phun mãi tưới tâm tình, muôn thu thỏa vuian nhàn</vt:lpstr>
      <vt:lpstr>4. Nhận lãnh phước mới, muôn ơn lành, ngày nghỉ thánh Chúa Cha ban. Từ đây tiến bước vô thiên thành, </vt:lpstr>
      <vt:lpstr>về chỗ các thánh nghỉ an; Vui vẻ chúc tán Chúa trên trời, Cha, Con và Linh chí thuần. </vt:lpstr>
      <vt:lpstr>Nghìn muôn dân thánh chung khen ngợi Ba Ngôi ấy vốn Chân Thần.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37 Ngày Nghỉ Phước Hạnh</dc:title>
  <dc:creator>Phan Minh Vinh An; Windows User</dc:creator>
  <cp:lastModifiedBy>An Phan</cp:lastModifiedBy>
  <cp:revision>6</cp:revision>
  <dcterms:created xsi:type="dcterms:W3CDTF">2018-01-22T16:35:42Z</dcterms:created>
  <dcterms:modified xsi:type="dcterms:W3CDTF">2018-11-08T04:09:57Z</dcterms:modified>
</cp:coreProperties>
</file>