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59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3" autoAdjust="0"/>
    <p:restoredTop sz="94660" autoAdjust="0"/>
  </p:normalViewPr>
  <p:slideViewPr>
    <p:cSldViewPr snapToGrid="0">
      <p:cViewPr varScale="1">
        <p:scale>
          <a:sx n="114" d="100"/>
          <a:sy n="114" d="100"/>
        </p:scale>
        <p:origin x="414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Thánh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46</a:t>
            </a:r>
            <a:br>
              <a:rPr lang="en-US" dirty="0"/>
            </a:br>
            <a:r>
              <a:rPr lang="en-US" dirty="0"/>
              <a:t>GIÊ-HÔ-VA XIN DẮT TÔI</a:t>
            </a:r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1.Hỡi Giê-hô-va, xin dắt tôi rày, Lúc trải đường thế khô hạn nay; Tôi dẫu yếu nhưng Chúa dư sức thần,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942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Xin hãy lấy tay thánh</a:t>
            </a:r>
            <a:br>
              <a:rPr lang="en-US" dirty="0"/>
            </a:br>
            <a:r>
              <a:rPr lang="vi-VN" dirty="0"/>
              <a:t>đỡ nâng; Bánh của</a:t>
            </a:r>
            <a:br>
              <a:rPr lang="en-US" dirty="0"/>
            </a:br>
            <a:r>
              <a:rPr lang="vi-VN" dirty="0"/>
              <a:t>thiên thượng, tôi cúi xin Ngài, khiến thỏa lòng đói vượt trần ai.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668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Chúa hãy tuôn</a:t>
            </a:r>
            <a:br>
              <a:rPr lang="en-US" dirty="0"/>
            </a:br>
            <a:r>
              <a:rPr lang="vi-VN" dirty="0"/>
              <a:t>dòng sông sống linh trị, Phát khởi từ suối</a:t>
            </a:r>
            <a:br>
              <a:rPr lang="en-US" dirty="0"/>
            </a:br>
            <a:r>
              <a:rPr lang="vi-VN" dirty="0"/>
              <a:t>chân từ bi; Cây lửa,</a:t>
            </a:r>
            <a:br>
              <a:rPr lang="en-US" dirty="0"/>
            </a:br>
            <a:r>
              <a:rPr lang="vi-VN" dirty="0"/>
              <a:t>áng mây dắt tôi suốt đàng,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897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Trông nước Chúa,</a:t>
            </a:r>
            <a:br>
              <a:rPr lang="en-US" dirty="0"/>
            </a:br>
            <a:r>
              <a:rPr lang="vi-VN" dirty="0"/>
              <a:t>dong ruổi vững an;</a:t>
            </a:r>
            <a:br>
              <a:rPr lang="en-US" dirty="0"/>
            </a:br>
            <a:r>
              <a:rPr lang="vi-VN" dirty="0"/>
              <a:t>Chúa hẳn năng lực</a:t>
            </a:r>
            <a:br>
              <a:rPr lang="en-US" dirty="0"/>
            </a:br>
            <a:r>
              <a:rPr lang="vi-VN" dirty="0"/>
              <a:t>khiên thuẫn tôi rồi, Đấng cứu thục rất oai hùng ôi!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370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Lúc bước tôi đạp</a:t>
            </a:r>
            <a:br>
              <a:rPr lang="en-US" dirty="0"/>
            </a:br>
            <a:r>
              <a:rPr lang="vi-VN" dirty="0"/>
              <a:t>trên mé Giô-đanh,</a:t>
            </a:r>
            <a:br>
              <a:rPr lang="en-US" dirty="0"/>
            </a:br>
            <a:r>
              <a:rPr lang="vi-VN" dirty="0"/>
              <a:t>Mối lo sợ cúi xin trừ thanh, Đưa dẫn lướt trên sóng ma phủ phàng,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50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Yên ổn bước lên</a:t>
            </a:r>
            <a:br>
              <a:rPr lang="en-US" dirty="0"/>
            </a:br>
            <a:r>
              <a:rPr lang="vi-VN" dirty="0"/>
              <a:t>Ca-na-an; Lúc đó tôi</a:t>
            </a:r>
            <a:br>
              <a:rPr lang="en-US" dirty="0"/>
            </a:br>
            <a:r>
              <a:rPr lang="vi-VN" dirty="0"/>
              <a:t>cùng dân thánh vui vầy, Tán mỹ Ngài</a:t>
            </a:r>
            <a:br>
              <a:rPr lang="en-US" dirty="0"/>
            </a:br>
            <a:r>
              <a:rPr lang="vi-VN" dirty="0"/>
              <a:t>khúc bất tuyệt đây.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143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4. Thống khổ, nghi sợ, tăm tối, ưu sầu,</a:t>
            </a:r>
            <a:br>
              <a:rPr lang="en-US" dirty="0"/>
            </a:br>
            <a:r>
              <a:rPr lang="vi-VN" dirty="0"/>
              <a:t>Với hổ thẹn quyết không còn đâu; Bao nẻo tối tăm Chúa đi trước rồi,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541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Biết có đức tin</a:t>
            </a:r>
            <a:br>
              <a:rPr lang="en-US" dirty="0"/>
            </a:br>
            <a:r>
              <a:rPr lang="vi-VN" dirty="0"/>
              <a:t>chẳng biết mai;</a:t>
            </a:r>
            <a:br>
              <a:rPr lang="en-US" dirty="0"/>
            </a:br>
            <a:r>
              <a:rPr lang="vi-VN" dirty="0"/>
              <a:t>Lúc đó tôi cùng</a:t>
            </a:r>
            <a:br>
              <a:rPr lang="en-US" dirty="0"/>
            </a:br>
            <a:r>
              <a:rPr lang="vi-VN" dirty="0"/>
              <a:t>dân thánh vui vầy, Tán mỹ Ngài khúc bất tuyệt đây.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3457996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5C834B2-4A3E-49F7-9EB5-908E626B4A0E}" vid="{6886AF0C-C0C5-4004-8430-67B367CF96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3</TotalTime>
  <Words>72</Words>
  <Application>Microsoft Office PowerPoint</Application>
  <PresentationFormat>Widescreen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faithstocks-template-powerpoint-001</vt:lpstr>
      <vt:lpstr>Thánh Ca 46 GIÊ-HÔ-VA XIN DẮT TÔI</vt:lpstr>
      <vt:lpstr>1.Hỡi Giê-hô-va, xin dắt tôi rày, Lúc trải đường thế khô hạn nay; Tôi dẫu yếu nhưng Chúa dư sức thần, </vt:lpstr>
      <vt:lpstr>Xin hãy lấy tay thánh đỡ nâng; Bánh của thiên thượng, tôi cúi xin Ngài, khiến thỏa lòng đói vượt trần ai.</vt:lpstr>
      <vt:lpstr>2. Chúa hãy tuôn dòng sông sống linh trị, Phát khởi từ suối chân từ bi; Cây lửa, áng mây dắt tôi suốt đàng, </vt:lpstr>
      <vt:lpstr>Trông nước Chúa, dong ruổi vững an; Chúa hẳn năng lực khiên thuẫn tôi rồi, Đấng cứu thục rất oai hùng ôi!</vt:lpstr>
      <vt:lpstr>3. Lúc bước tôi đạp trên mé Giô-đanh, Mối lo sợ cúi xin trừ thanh, Đưa dẫn lướt trên sóng ma phủ phàng, </vt:lpstr>
      <vt:lpstr>Yên ổn bước lên Ca-na-an; Lúc đó tôi cùng dân thánh vui vầy, Tán mỹ Ngài khúc bất tuyệt đây.</vt:lpstr>
      <vt:lpstr>4. Thống khổ, nghi sợ, tăm tối, ưu sầu, Với hổ thẹn quyết không còn đâu; Bao nẻo tối tăm Chúa đi trước rồi, </vt:lpstr>
      <vt:lpstr>Biết có đức tin chẳng biết mai; Lúc đó tôi cùng dân thánh vui vầy, Tán mỹ Ngài khúc bất tuyệt đây.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46 Giê-hô-va Xin Dắt Tôi</dc:title>
  <dc:creator>Phan Minh Vinh An; KIETTTSE62520</dc:creator>
  <cp:lastModifiedBy>Phan Minh Vinh An</cp:lastModifiedBy>
  <cp:revision>3</cp:revision>
  <dcterms:created xsi:type="dcterms:W3CDTF">2018-01-26T02:26:12Z</dcterms:created>
  <dcterms:modified xsi:type="dcterms:W3CDTF">2018-11-03T07:02:57Z</dcterms:modified>
</cp:coreProperties>
</file>