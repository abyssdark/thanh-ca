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30</a:t>
            </a:r>
            <a:br>
              <a:rPr lang="vi-VN" dirty="0"/>
            </a:br>
            <a:r>
              <a:rPr lang="vi-VN" dirty="0"/>
              <a:t>TÁN MỸ CHÚA</a:t>
            </a:r>
            <a:br>
              <a:rPr lang="vi-VN" dirty="0"/>
            </a:br>
            <a:r>
              <a:rPr lang="vi-VN" dirty="0"/>
              <a:t>TRƯỚC KHI LỄ CHUNG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Nguyện </a:t>
            </a:r>
            <a:r>
              <a:rPr lang="vi-VN" dirty="0"/>
              <a:t>cùng nhau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</a:t>
            </a:r>
            <a:r>
              <a:rPr lang="vi-VN" dirty="0"/>
              <a:t>ại</a:t>
            </a:r>
            <a:r>
              <a:rPr lang="en-US" dirty="0"/>
              <a:t> </a:t>
            </a:r>
            <a:r>
              <a:rPr lang="vi-VN" dirty="0"/>
              <a:t>ca danh Jêsus thân ái, hòa điệu nhạc trầm bổng xen lời ca hăng hái.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60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Đứng cùng tụng tán Chúa trước giờ lễ bái xong,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cầu chúc an êm dịu. Nguyện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mọi lòng.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6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Nguyện Ngài ban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bình an khi về nhà ai nấy, trọn ngày quyết nhờ Chúa tâm hồn yên vui bấy;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33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Trót ngày nguyện Chúa giữ khỏi tà tâm ác ngôn, cho xứng môi luôn lòng vừa cầu Danh trường tồn.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6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Nguyện Ngài ban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ình an trong giờ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sắp tới, nguyền vì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dân Ngài biến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thành ngày sáng chói.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1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Giữa hoạn nạn khổ ách giúp bầy chiên thảnh thơi, đêm tối hay sương mù, Ngài nhìn thật rạng ngời.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10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Nguyện Ngài ban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bình an trong đời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nguy biến,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</a:t>
            </a:r>
            <a:r>
              <a:rPr lang="vi-VN" dirty="0"/>
              <a:t>ươi vui giữa sầu khổ,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tịnh khi tranh chiến.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5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Lúc Ngài truyền kết liễu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cả mọi cơn chiến tranh, kêu chúng tôi đi về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đời đời nơi lạc thành.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2706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84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30 TÁN MỸ CHÚA TRƯỚC KHI LỄ CHUNG</vt:lpstr>
      <vt:lpstr>1. Nguyện cùng nhau  lại ca danh Jêsus thân ái, hòa điệu nhạc trầm bổng xen lời ca hăng hái.</vt:lpstr>
      <vt:lpstr>Đứng cùng tụng tán Chúa trước giờ lễ bái xong, cầu chúc an êm dịu. Nguyện Ngài ban mọi lòng.</vt:lpstr>
      <vt:lpstr>2. Nguyện Ngài ban bình an khi về nhà ai nấy, trọn ngày quyết nhờ Chúa tâm hồn yên vui bấy; </vt:lpstr>
      <vt:lpstr>Trót ngày nguyện Chúa giữ khỏi tà tâm ác ngôn, cho xứng môi luôn lòng vừa cầu Danh trường tồn.</vt:lpstr>
      <vt:lpstr>3. Nguyện Ngài ban  ình an trong giờ đêm sắp tới, nguyền vì dân Ngài biến đêm thành ngày sáng chói. </vt:lpstr>
      <vt:lpstr>Giữa hoạn nạn khổ ách giúp bầy chiên thảnh thơi, đêm tối hay sương mù, Ngài nhìn thật rạng ngời.</vt:lpstr>
      <vt:lpstr>4. Nguyện Ngài ban bình an trong đời bao nguy biến, tươi vui giữa sầu khổ, an tịnh khi tranh chiến. </vt:lpstr>
      <vt:lpstr>Lúc Ngài truyền kết liễu cả mọi cơn chiến tranh, kêu chúng tôi đi về đời đời nơi lạc thành.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30 Tán Mỹ Chúa Trước Khi Lễ Chung</dc:title>
  <dc:creator>Phan Minh Vinh An; KIETTTSE62520</dc:creator>
  <cp:lastModifiedBy>An Phan</cp:lastModifiedBy>
  <cp:revision>4</cp:revision>
  <dcterms:created xsi:type="dcterms:W3CDTF">2018-01-24T05:23:21Z</dcterms:created>
  <dcterms:modified xsi:type="dcterms:W3CDTF">2018-11-08T04:10:39Z</dcterms:modified>
</cp:coreProperties>
</file>