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31</a:t>
            </a:r>
            <a:br>
              <a:rPr lang="en-US" dirty="0"/>
            </a:br>
            <a:r>
              <a:rPr lang="en-US" dirty="0"/>
              <a:t>VÀNG RỰC THIÊN KHÔNG ÁNH MAI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Vàng </a:t>
            </a:r>
            <a:r>
              <a:rPr lang="vi-VN" dirty="0"/>
              <a:t>rực thiên không ánh mai, vùng dậy tôi hô trước Ngai: Jêsus đáng khen ngợi hoài!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73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Cầu nguyện, tác công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mỗi ngày, một lòng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đến Jêsus rày,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Jêsus tôn quý thay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520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Lạy cha cao minh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hiển oai, nhiệt thành tôi reo trước ngai:</a:t>
            </a:r>
            <a:r>
              <a:rPr lang="en-US" dirty="0"/>
              <a:t> </a:t>
            </a:r>
            <a:r>
              <a:rPr lang="vi-VN" dirty="0"/>
              <a:t>Jêsus đáng khen ngợi hoài!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44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Điệu thần khúc vui vẻ rày, là điệu mới luôn mỗi ngày, thật Jêsus tôn quý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45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Dầu hồn tôi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đắng cay, nhìn đời thêm ngao ngán nay, Jêsus đáng khen ngợi hoài!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756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Đời tạm phước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mấy ngày,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thần khúc an ủi rày, thật Jêsus tôn quý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00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Trọn ngày đêm tôi sống đây, bài nầy nên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hiên khúc nay,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đáng khen ngợi hoài!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76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Đời đời ước ca khúc</a:t>
            </a:r>
            <a:r>
              <a:rPr lang="en-US" dirty="0"/>
              <a:t> </a:t>
            </a:r>
            <a:r>
              <a:rPr lang="vi-VN" dirty="0"/>
              <a:t>nầy thành tuyệt khúc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duy nhứt rày,</a:t>
            </a:r>
            <a:r>
              <a:rPr lang="en-US"/>
              <a:t/>
            </a:r>
            <a:br>
              <a:rPr lang="en-US"/>
            </a:br>
            <a:r>
              <a:rPr lang="vi-VN"/>
              <a:t>thật </a:t>
            </a:r>
            <a:r>
              <a:rPr lang="vi-VN" dirty="0"/>
              <a:t>Jêsus tôn quý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472340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86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faithstocks-template-powerpoint-001</vt:lpstr>
      <vt:lpstr>Thánh Ca 31 VÀNG RỰC THIÊN KHÔNG ÁNH MAI</vt:lpstr>
      <vt:lpstr>1. Vàng rực thiên không ánh mai, vùng dậy tôi hô trước Ngai: Jêsus đáng khen ngợi hoài!</vt:lpstr>
      <vt:lpstr>Cầu nguyện, tác công mỗi ngày, một lòng đến Jêsus rày, thật Jêsus tôn quý thay!</vt:lpstr>
      <vt:lpstr>2. Lạy cha cao minh hiển oai, nhiệt thành tôi reo trước ngai: Jêsus đáng khen ngợi hoài! </vt:lpstr>
      <vt:lpstr>Điệu thần khúc vui vẻ rày, là điệu mới luôn mỗi ngày, thật Jêsus tôn quý thay! </vt:lpstr>
      <vt:lpstr>3. Dầu hồn tôi luôn đắng cay, nhìn đời thêm ngao ngán nay, Jêsus đáng khen ngợi hoài! </vt:lpstr>
      <vt:lpstr>Đời tạm phước không mấy ngày, nhờ thần khúc an ủi rày, thật Jêsus tôn quý thay! </vt:lpstr>
      <vt:lpstr>4. Trọn ngày đêm tôi sống đây, bài nầy nên  hiên khúc nay, Jêsus đáng khen ngợi hoài! </vt:lpstr>
      <vt:lpstr>Đời đời ước ca khúc nầy thành tuyệt khúc duy nhứt rày, thật Jêsus tôn quý thay!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31 Vàng Rực Thiên Không Ánh Mai</dc:title>
  <dc:creator>Phan Minh Vinh An; KIETTTSE62520</dc:creator>
  <cp:lastModifiedBy>An Phan</cp:lastModifiedBy>
  <cp:revision>4</cp:revision>
  <dcterms:created xsi:type="dcterms:W3CDTF">2018-01-24T05:25:49Z</dcterms:created>
  <dcterms:modified xsi:type="dcterms:W3CDTF">2018-11-08T04:10:34Z</dcterms:modified>
</cp:coreProperties>
</file>