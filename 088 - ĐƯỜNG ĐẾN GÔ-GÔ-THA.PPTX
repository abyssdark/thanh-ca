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95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5349604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7456389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901288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42892279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2953406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8717459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532168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421097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0077790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5551222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885345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19029026"/>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88</a:t>
            </a:r>
          </a:p>
          <a:p>
            <a:r>
              <a:rPr lang="vi-VN" dirty="0"/>
              <a:t>ĐƯỜNG ĐẾN</a:t>
            </a:r>
            <a:br>
              <a:rPr lang="en-US" dirty="0"/>
            </a:br>
            <a:r>
              <a:rPr lang="vi-VN" dirty="0"/>
              <a:t>GÔ-GÔ-THA</a:t>
            </a:r>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Từ Ghết-sê-ma-nê khởi hành, đường thập tự trong đêm thánh;</a:t>
            </a:r>
            <a:endParaRPr lang="en-US" dirty="0"/>
          </a:p>
        </p:txBody>
      </p:sp>
    </p:spTree>
    <p:extLst>
      <p:ext uri="{BB962C8B-B14F-4D97-AF65-F5344CB8AC3E}">
        <p14:creationId xmlns:p14="http://schemas.microsoft.com/office/powerpoint/2010/main" val="3272102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Nhìn Chúa bước đi mình tó xiêu, đau đớn bởi chịu đòn nhiều.</a:t>
            </a:r>
            <a:endParaRPr lang="en-US" dirty="0"/>
          </a:p>
        </p:txBody>
      </p:sp>
    </p:spTree>
    <p:extLst>
      <p:ext uri="{BB962C8B-B14F-4D97-AF65-F5344CB8AC3E}">
        <p14:creationId xmlns:p14="http://schemas.microsoft.com/office/powerpoint/2010/main" val="2939646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Kìa đường Gô-gô-tha khổ nhục bấy, ấy chính nguồn hạnh phước quý thay.</a:t>
            </a:r>
            <a:endParaRPr lang="en-US" dirty="0"/>
          </a:p>
        </p:txBody>
      </p:sp>
    </p:spTree>
    <p:extLst>
      <p:ext uri="{BB962C8B-B14F-4D97-AF65-F5344CB8AC3E}">
        <p14:creationId xmlns:p14="http://schemas.microsoft.com/office/powerpoint/2010/main" val="1565705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Tại đấy Chúa cam chịu khổ phiền, đoạn trường nầy khôn phô diễn.</a:t>
            </a:r>
            <a:endParaRPr lang="en-US" dirty="0"/>
          </a:p>
        </p:txBody>
      </p:sp>
    </p:spTree>
    <p:extLst>
      <p:ext uri="{BB962C8B-B14F-4D97-AF65-F5344CB8AC3E}">
        <p14:creationId xmlns:p14="http://schemas.microsoft.com/office/powerpoint/2010/main" val="1764911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Giờ ấy ái tâm Ngài vỡ tung, cho đến hơi </a:t>
            </a:r>
            <a:br>
              <a:rPr lang="en-US" dirty="0"/>
            </a:br>
            <a:r>
              <a:rPr lang="vi-VN" dirty="0"/>
              <a:t>thở sau cùng.</a:t>
            </a:r>
            <a:endParaRPr lang="en-US" dirty="0"/>
          </a:p>
        </p:txBody>
      </p:sp>
    </p:spTree>
    <p:extLst>
      <p:ext uri="{BB962C8B-B14F-4D97-AF65-F5344CB8AC3E}">
        <p14:creationId xmlns:p14="http://schemas.microsoft.com/office/powerpoint/2010/main" val="3939996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Kìa đường Gô-gô-tha khổ nhục bấy, ấy chính nguồn hạnh phước quý thay.</a:t>
            </a:r>
            <a:endParaRPr lang="en-US" dirty="0"/>
          </a:p>
        </p:txBody>
      </p:sp>
    </p:spTree>
    <p:extLst>
      <p:ext uri="{BB962C8B-B14F-4D97-AF65-F5344CB8AC3E}">
        <p14:creationId xmlns:p14="http://schemas.microsoft.com/office/powerpoint/2010/main" val="3948709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Chạnh nhớ Chúa trong vườn thuở nọ, nặng nề vì cơn thương khó.</a:t>
            </a:r>
            <a:endParaRPr lang="en-US" dirty="0"/>
          </a:p>
        </p:txBody>
      </p:sp>
    </p:spTree>
    <p:extLst>
      <p:ext uri="{BB962C8B-B14F-4D97-AF65-F5344CB8AC3E}">
        <p14:creationId xmlns:p14="http://schemas.microsoft.com/office/powerpoint/2010/main" val="2969943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Giờ phút tối tăm càng khẩn Cha, thân Chúa huyết hạn chan hòa.</a:t>
            </a:r>
            <a:endParaRPr lang="en-US" dirty="0"/>
          </a:p>
        </p:txBody>
      </p:sp>
    </p:spTree>
    <p:extLst>
      <p:ext uri="{BB962C8B-B14F-4D97-AF65-F5344CB8AC3E}">
        <p14:creationId xmlns:p14="http://schemas.microsoft.com/office/powerpoint/2010/main" val="3784557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Kìa đường Gô-gô-tha khổ nhục bấy, ấy chính nguồn hạnh phước quý thay.</a:t>
            </a:r>
            <a:endParaRPr lang="en-US" dirty="0"/>
          </a:p>
        </p:txBody>
      </p:sp>
    </p:spTree>
    <p:extLst>
      <p:ext uri="{BB962C8B-B14F-4D97-AF65-F5344CB8AC3E}">
        <p14:creationId xmlns:p14="http://schemas.microsoft.com/office/powerpoint/2010/main" val="1705326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 Hồn hỡi lúc ngươi gặp khổ nàn, cần học tập theo gương sáng.</a:t>
            </a:r>
            <a:endParaRPr lang="en-US" dirty="0"/>
          </a:p>
        </p:txBody>
      </p:sp>
    </p:spTree>
    <p:extLst>
      <p:ext uri="{BB962C8B-B14F-4D97-AF65-F5344CB8AC3E}">
        <p14:creationId xmlns:p14="http://schemas.microsoft.com/office/powerpoint/2010/main" val="3227689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Thập giá ấy kho vàng quý thay, minh huấn chính ngươi đêm ngày.</a:t>
            </a:r>
            <a:endParaRPr lang="en-US" dirty="0"/>
          </a:p>
        </p:txBody>
      </p:sp>
    </p:spTree>
    <p:extLst>
      <p:ext uri="{BB962C8B-B14F-4D97-AF65-F5344CB8AC3E}">
        <p14:creationId xmlns:p14="http://schemas.microsoft.com/office/powerpoint/2010/main" val="2449216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Kìa đường Gô-gô-tha khổ nhục bấy, ấy chính nguồn hạnh phước quý thay.</a:t>
            </a:r>
            <a:endParaRPr lang="en-US" dirty="0"/>
          </a:p>
        </p:txBody>
      </p:sp>
    </p:spTree>
    <p:extLst>
      <p:ext uri="{BB962C8B-B14F-4D97-AF65-F5344CB8AC3E}">
        <p14:creationId xmlns:p14="http://schemas.microsoft.com/office/powerpoint/2010/main" val="3892683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5. Lằn giáo mũi đinh loài phản tặc, Ngài chịu tận </a:t>
            </a:r>
            <a:br>
              <a:rPr lang="en-US" dirty="0"/>
            </a:br>
            <a:r>
              <a:rPr lang="vi-VN" dirty="0"/>
              <a:t>khi hơi tắt. </a:t>
            </a:r>
            <a:endParaRPr lang="en-US" dirty="0"/>
          </a:p>
        </p:txBody>
      </p:sp>
    </p:spTree>
    <p:extLst>
      <p:ext uri="{BB962C8B-B14F-4D97-AF65-F5344CB8AC3E}">
        <p14:creationId xmlns:p14="http://schemas.microsoft.com/office/powerpoint/2010/main" val="416262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Từ những vết thương nầy phát nguyên, sông nước vĩnh sanh linh huyền.</a:t>
            </a:r>
            <a:endParaRPr lang="en-US" dirty="0"/>
          </a:p>
        </p:txBody>
      </p:sp>
    </p:spTree>
    <p:extLst>
      <p:ext uri="{BB962C8B-B14F-4D97-AF65-F5344CB8AC3E}">
        <p14:creationId xmlns:p14="http://schemas.microsoft.com/office/powerpoint/2010/main" val="1909171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Kìa đường Gô-gô-tha khổ nhục bấy, ấy chính nguồn hạnh phước quý thay.</a:t>
            </a:r>
            <a:endParaRPr lang="en-US" dirty="0"/>
          </a:p>
        </p:txBody>
      </p:sp>
    </p:spTree>
    <p:extLst>
      <p:ext uri="{BB962C8B-B14F-4D97-AF65-F5344CB8AC3E}">
        <p14:creationId xmlns:p14="http://schemas.microsoft.com/office/powerpoint/2010/main" val="4179172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6. Thật phước bấy cho hồn kẻ nào, được dầm vào sông huyết báu. </a:t>
            </a:r>
            <a:endParaRPr lang="en-US" dirty="0"/>
          </a:p>
        </p:txBody>
      </p:sp>
    </p:spTree>
    <p:extLst>
      <p:ext uri="{BB962C8B-B14F-4D97-AF65-F5344CB8AC3E}">
        <p14:creationId xmlns:p14="http://schemas.microsoft.com/office/powerpoint/2010/main" val="789130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Sạch ác điểm, tâm hồn sáng tươi, như tuyết thánh sạch rạng ngời.</a:t>
            </a:r>
            <a:endParaRPr lang="en-US" dirty="0"/>
          </a:p>
        </p:txBody>
      </p:sp>
    </p:spTree>
    <p:extLst>
      <p:ext uri="{BB962C8B-B14F-4D97-AF65-F5344CB8AC3E}">
        <p14:creationId xmlns:p14="http://schemas.microsoft.com/office/powerpoint/2010/main" val="585765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Kìa đường Gô-gô-tha khổ nhục bấy, ấy chính nguồn hạnh phước quý thay.</a:t>
            </a:r>
            <a:endParaRPr lang="en-US" dirty="0"/>
          </a:p>
        </p:txBody>
      </p:sp>
    </p:spTree>
    <p:extLst>
      <p:ext uri="{BB962C8B-B14F-4D97-AF65-F5344CB8AC3E}">
        <p14:creationId xmlns:p14="http://schemas.microsoft.com/office/powerpoint/2010/main" val="796987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7. Dường ấy chúng ta học bản nhạc, hằng nhứt nhựt tân vang hát; </a:t>
            </a:r>
            <a:endParaRPr lang="en-US" dirty="0"/>
          </a:p>
        </p:txBody>
      </p:sp>
    </p:spTree>
    <p:extLst>
      <p:ext uri="{BB962C8B-B14F-4D97-AF65-F5344CB8AC3E}">
        <p14:creationId xmlns:p14="http://schemas.microsoft.com/office/powerpoint/2010/main" val="918165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càng hát mãi đêm ngày chẳng thôi, tôn Cứu Chúa muôn</a:t>
            </a:r>
            <a:r>
              <a:rPr lang="en-US" baseline="0" dirty="0"/>
              <a:t> </a:t>
            </a:r>
            <a:r>
              <a:rPr lang="vi-VN" dirty="0"/>
              <a:t>muôn đời.</a:t>
            </a:r>
            <a:endParaRPr lang="en-US" dirty="0"/>
          </a:p>
        </p:txBody>
      </p:sp>
    </p:spTree>
    <p:extLst>
      <p:ext uri="{BB962C8B-B14F-4D97-AF65-F5344CB8AC3E}">
        <p14:creationId xmlns:p14="http://schemas.microsoft.com/office/powerpoint/2010/main" val="1097637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Dầu đường Christ đã khổ đau hy sinh, dắt dẫn mình vào chốn phước vinh.</a:t>
            </a:r>
            <a:endParaRPr lang="en-US" dirty="0"/>
          </a:p>
        </p:txBody>
      </p:sp>
    </p:spTree>
    <p:extLst>
      <p:ext uri="{BB962C8B-B14F-4D97-AF65-F5344CB8AC3E}">
        <p14:creationId xmlns:p14="http://schemas.microsoft.com/office/powerpoint/2010/main" val="875481800"/>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2</TotalTime>
  <Words>326</Words>
  <Application>Microsoft Office PowerPoint</Application>
  <PresentationFormat>Widescreen</PresentationFormat>
  <Paragraphs>23</Paragraphs>
  <Slides>22</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22</vt:i4>
      </vt:variant>
    </vt:vector>
  </HeadingPairs>
  <TitlesOfParts>
    <vt:vector size="25" baseType="lpstr">
      <vt:lpstr>Arial</vt:lpstr>
      <vt:lpstr>faithstocks-template-powerpoint-001</vt:lpstr>
      <vt:lpstr>Presentation1</vt:lpstr>
      <vt:lpstr>Thánh Ca 88 ĐƯỜNG ĐẾN GÔ-GÔ-THA</vt:lpstr>
      <vt:lpstr>1. Từ Ghết-sê-ma-nê khởi hành, đường thập tự trong đêm thánh;</vt:lpstr>
      <vt:lpstr>Nhìn Chúa bước đi mình tó xiêu, đau đớn bởi chịu đòn nhiều.</vt:lpstr>
      <vt:lpstr>Kìa đường Gô-gô-tha khổ nhục bấy, ấy chính nguồn hạnh phước quý thay.</vt:lpstr>
      <vt:lpstr>2. Tại đấy Chúa cam chịu khổ phiền, đoạn trường nầy khôn phô diễn.</vt:lpstr>
      <vt:lpstr>Giờ ấy ái tâm Ngài vỡ tung, cho đến hơi  thở sau cùng.</vt:lpstr>
      <vt:lpstr>Kìa đường Gô-gô-tha khổ nhục bấy, ấy chính nguồn hạnh phước quý thay.</vt:lpstr>
      <vt:lpstr>3. Chạnh nhớ Chúa trong vườn thuở nọ, nặng nề vì cơn thương khó.</vt:lpstr>
      <vt:lpstr>Giờ phút tối tăm càng khẩn Cha, thân Chúa huyết hạn chan hòa.</vt:lpstr>
      <vt:lpstr>Kìa đường Gô-gô-tha khổ nhục bấy, ấy chính nguồn hạnh phước quý thay.</vt:lpstr>
      <vt:lpstr>4. Hồn hỡi lúc ngươi gặp khổ nàn, cần học tập theo gương sáng.</vt:lpstr>
      <vt:lpstr>Thập giá ấy kho vàng quý thay, minh huấn chính ngươi đêm ngày.</vt:lpstr>
      <vt:lpstr>Kìa đường Gô-gô-tha khổ nhục bấy, ấy chính nguồn hạnh phước quý thay.</vt:lpstr>
      <vt:lpstr>5. Lằn giáo mũi đinh loài phản tặc, Ngài chịu tận  khi hơi tắt. </vt:lpstr>
      <vt:lpstr>Từ những vết thương nầy phát nguyên, sông nước vĩnh sanh linh huyền.</vt:lpstr>
      <vt:lpstr>Kìa đường Gô-gô-tha khổ nhục bấy, ấy chính nguồn hạnh phước quý thay.</vt:lpstr>
      <vt:lpstr>6. Thật phước bấy cho hồn kẻ nào, được dầm vào sông huyết báu. </vt:lpstr>
      <vt:lpstr>Sạch ác điểm, tâm hồn sáng tươi, như tuyết thánh sạch rạng ngời.</vt:lpstr>
      <vt:lpstr>Kìa đường Gô-gô-tha khổ nhục bấy, ấy chính nguồn hạnh phước quý thay.</vt:lpstr>
      <vt:lpstr>7. Dường ấy chúng ta học bản nhạc, hằng nhứt nhựt tân vang hát; </vt:lpstr>
      <vt:lpstr>càng hát mãi đêm ngày chẳng thôi, tôn Cứu Chúa muôn muôn đời.</vt:lpstr>
      <vt:lpstr>Dầu đường Christ đã khổ đau hy sinh, dắt dẫn mình vào chốn phước vinh.</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088 - Đường Đến Gô-gô-tha   Thánh Ca 88 Đường Đến Gô-gô-tha  1. Từ Ghết-sê-ma-nê khởi hành, đường thập tự trong  đêm thánh;   Nhìn Chúa bước đi mình tó xiêu, đau đớn bởi chịu  đòn nhiều.  Kìa đường Gô-gô-tha khổ nhục bấy, ấy chính nguồn hạnh phước quý thay.  2. Tại đấy Chúa cam chịu khổ phiền, đoạn trường nầy khôn phô diễn.   Giờ ấy ái tâm Ngài vỡ tung, cho đến hơi thở sau cùng.  Kìa đường Gô-gô-tha khổ nhục bấy, ấy chính nguồn hạnh phước quý thay.  3. Chạnh nhớ Chúa trong vườn thuở nọ, nặng nề vì cơn thương khó.   Giờ phút tối tăm càng khẩn Cha, thân Chúa huyết hạn chan hòa.  Kìa đường Gô-gô-tha khổ nhục bấy, ấy chính nguồn hạnh phước quý thay.  4. Hồn hỡi lúc ngươi gặp khổ nàn, cần học tập  theo gương sáng.   Thập giá ấy kho vàng quý thay, minh huấn chính ngươi  đêm ngày.  Kìa đường Gô-gô-tha khổ nhục bấy, ấy chính nguồn hạnh phước quý thay.  5. Lằn giáo mũi đinh loài phản tặc, Ngài chịu tận khi hơi tắt.   Từ những vết thương nầy phát nguyên, sông nước vĩnh sanh linh huyền.  Kìa đường Gô-gô-tha khổ nhục bấy, ấy chính nguồn hạnh phước quý thay.  6. Thật phước bấy cho hồn kẻ nào, được dầm vào  sông huyết báu.   Sạch ác điểm,  tâm hồn sáng tươi, như tuyết thánh sạch rạng ngời.  Kìa đường Gô-gô-tha khổ nhục bấy, ấy chính nguồn hạnh phước quý thay.  7. Dường ấy chúng ta học bản nhạc, hằng nhứt nhựt tân vang hát;   càng hát mãi đêm ngày chẳng thôi, tôn Cứu Chúa muôn muôn đời.   Dầu đường Christ  đã khổ đau hy sinh, dắt dẫn mình vào chốn phước vinh.</dc:title>
  <dc:creator>Phan Minh Vinh An; An Phan</dc:creator>
  <cp:lastModifiedBy>Phan Minh Vinh An</cp:lastModifiedBy>
  <cp:revision>5</cp:revision>
  <dcterms:created xsi:type="dcterms:W3CDTF">2018-01-22T13:49:24Z</dcterms:created>
  <dcterms:modified xsi:type="dcterms:W3CDTF">2018-11-03T07:10:34Z</dcterms:modified>
</cp:coreProperties>
</file>