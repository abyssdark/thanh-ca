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7" r:id="rId3"/>
    <p:sldId id="269" r:id="rId4"/>
    <p:sldId id="268" r:id="rId5"/>
    <p:sldId id="270" r:id="rId6"/>
    <p:sldId id="260" r:id="rId7"/>
    <p:sldId id="261" r:id="rId8"/>
    <p:sldId id="271" r:id="rId9"/>
    <p:sldId id="272" r:id="rId10"/>
    <p:sldId id="262" r:id="rId11"/>
    <p:sldId id="263" r:id="rId12"/>
    <p:sldId id="273" r:id="rId13"/>
    <p:sldId id="274" r:id="rId14"/>
    <p:sldId id="265" r:id="rId15"/>
    <p:sldId id="266" r:id="rId16"/>
    <p:sldId id="275" r:id="rId17"/>
    <p:sldId id="27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outlineView">
  <p:normalViewPr showOutlineIcons="0">
    <p:restoredLeft sz="34559" autoAdjust="0"/>
    <p:restoredTop sz="86477" autoAdjust="0"/>
  </p:normalViewPr>
  <p:slideViewPr>
    <p:cSldViewPr snapToGrid="0">
      <p:cViewPr varScale="1">
        <p:scale>
          <a:sx n="59" d="100"/>
          <a:sy n="59" d="100"/>
        </p:scale>
        <p:origin x="-258" y="-90"/>
      </p:cViewPr>
      <p:guideLst>
        <p:guide orient="horz" pos="2160"/>
        <p:guide pos="3840"/>
      </p:guideLst>
    </p:cSldViewPr>
  </p:slideViewPr>
  <p:outlineViewPr>
    <p:cViewPr>
      <p:scale>
        <a:sx n="33" d="100"/>
        <a:sy n="33" d="100"/>
      </p:scale>
      <p:origin x="30" y="133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r>
              <a:rPr lang="en-US" dirty="0"/>
              <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Thánh Ca 99</a:t>
            </a:r>
          </a:p>
          <a:p>
            <a:r>
              <a:rPr lang="vi-VN" dirty="0" smtClean="0"/>
              <a:t>XONG RỒI</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buNone/>
            </a:pPr>
            <a:r>
              <a:rPr lang="en-US" dirty="0" smtClean="0"/>
              <a:t>1. </a:t>
            </a:r>
            <a:r>
              <a:rPr lang="vi-VN" dirty="0" smtClean="0"/>
              <a:t>Lời </a:t>
            </a:r>
            <a:r>
              <a:rPr lang="vi-VN" dirty="0" smtClean="0"/>
              <a:t>ân điển với yêu thương chan hòa, dội vang ra từ Gô-gô-tha;</a:t>
            </a:r>
            <a:r>
              <a:rPr lang="en-US" dirty="0" smtClean="0"/>
              <a:t> </a:t>
            </a:r>
            <a:endParaRPr lang="en-US" dirty="0"/>
          </a:p>
        </p:txBody>
      </p:sp>
    </p:spTree>
    <p:extLst>
      <p:ext uri="{BB962C8B-B14F-4D97-AF65-F5344CB8AC3E}">
        <p14:creationId xmlns:p14="http://schemas.microsoft.com/office/powerpoint/2010/main" val="2409212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Làm rung đất tối tăm cả bầu trời, Vầng đá kia bỗng nhiên nứt rời. </a:t>
            </a:r>
            <a:endParaRPr lang="en-US" dirty="0"/>
          </a:p>
        </p:txBody>
      </p:sp>
    </p:spTree>
    <p:extLst>
      <p:ext uri="{BB962C8B-B14F-4D97-AF65-F5344CB8AC3E}">
        <p14:creationId xmlns:p14="http://schemas.microsoft.com/office/powerpoint/2010/main" val="1474187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“Việc chửng cứu đã xong rồi, xong rồi!”</a:t>
            </a:r>
            <a:r>
              <a:rPr lang="en-US" dirty="0" smtClean="0"/>
              <a:t> </a:t>
            </a:r>
            <a:r>
              <a:rPr lang="vi-VN" dirty="0" smtClean="0"/>
              <a:t>Lời Jêsus lúc trút linh hồn</a:t>
            </a:r>
            <a:r>
              <a:rPr lang="vi-VN" dirty="0" smtClean="0"/>
              <a:t>;</a:t>
            </a:r>
            <a:endParaRPr lang="en-US" dirty="0"/>
          </a:p>
        </p:txBody>
      </p:sp>
    </p:spTree>
    <p:extLst>
      <p:ext uri="{BB962C8B-B14F-4D97-AF65-F5344CB8AC3E}">
        <p14:creationId xmlns:p14="http://schemas.microsoft.com/office/powerpoint/2010/main" val="2537836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“Việc chửng cứu đã xong rồi, xong rồi!” Lời Jêsus kêu khi trút hồn.</a:t>
            </a:r>
            <a:endParaRPr lang="en-US" dirty="0"/>
          </a:p>
        </p:txBody>
      </p:sp>
    </p:spTree>
    <p:extLst>
      <p:ext uri="{BB962C8B-B14F-4D97-AF65-F5344CB8AC3E}">
        <p14:creationId xmlns:p14="http://schemas.microsoft.com/office/powerpoint/2010/main" val="2924248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2. Diệu thay tiếng Jêsus kêu “xong rồi!” làm vui thỏa lòng ta chẳng thôi;</a:t>
            </a:r>
            <a:endParaRPr lang="en-US" dirty="0"/>
          </a:p>
        </p:txBody>
      </p:sp>
    </p:spTree>
    <p:extLst>
      <p:ext uri="{BB962C8B-B14F-4D97-AF65-F5344CB8AC3E}">
        <p14:creationId xmlns:p14="http://schemas.microsoft.com/office/powerpoint/2010/main" val="579143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Từ Chân Chúa phước ân kia tuôn tràn, giục giã ta tiến lên vững vàng</a:t>
            </a:r>
            <a:r>
              <a:rPr lang="vi-VN" dirty="0" smtClean="0"/>
              <a:t>.</a:t>
            </a:r>
            <a:endParaRPr lang="en-US" dirty="0"/>
          </a:p>
        </p:txBody>
      </p:sp>
    </p:spTree>
    <p:extLst>
      <p:ext uri="{BB962C8B-B14F-4D97-AF65-F5344CB8AC3E}">
        <p14:creationId xmlns:p14="http://schemas.microsoft.com/office/powerpoint/2010/main" val="2477630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“Việc chửng cứu đã xong rồi, xong rồi!” Lời ban trối, thánh dân ghi lòng;</a:t>
            </a:r>
            <a:endParaRPr lang="en-US" dirty="0"/>
          </a:p>
        </p:txBody>
      </p:sp>
    </p:spTree>
    <p:extLst>
      <p:ext uri="{BB962C8B-B14F-4D97-AF65-F5344CB8AC3E}">
        <p14:creationId xmlns:p14="http://schemas.microsoft.com/office/powerpoint/2010/main" val="37017928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“Việc chửng cứu đã xong rồi, xong rồi!” Lời trối kia thánh dân ghi lòng.</a:t>
            </a:r>
            <a:endParaRPr lang="en-US" dirty="0"/>
          </a:p>
        </p:txBody>
      </p:sp>
    </p:spTree>
    <p:extLst>
      <p:ext uri="{BB962C8B-B14F-4D97-AF65-F5344CB8AC3E}">
        <p14:creationId xmlns:p14="http://schemas.microsoft.com/office/powerpoint/2010/main" val="2361668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3. Mọi hình bóng đến nay đã xong rồi, trọn nghi lễ từ trước các đời.</a:t>
            </a:r>
            <a:endParaRPr lang="en-US" dirty="0"/>
          </a:p>
        </p:txBody>
      </p:sp>
    </p:spTree>
    <p:extLst>
      <p:ext uri="{BB962C8B-B14F-4D97-AF65-F5344CB8AC3E}">
        <p14:creationId xmlns:p14="http://schemas.microsoft.com/office/powerpoint/2010/main" val="10306965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Lời tuyên hứa cổ lai đã trọn rồi, ngục chết tan, tử vương suy đồi</a:t>
            </a:r>
            <a:r>
              <a:rPr lang="vi-VN" dirty="0" smtClean="0"/>
              <a:t>.</a:t>
            </a:r>
            <a:endParaRPr lang="en-US" dirty="0"/>
          </a:p>
        </p:txBody>
      </p:sp>
    </p:spTree>
    <p:extLst>
      <p:ext uri="{BB962C8B-B14F-4D97-AF65-F5344CB8AC3E}">
        <p14:creationId xmlns:p14="http://schemas.microsoft.com/office/powerpoint/2010/main" val="1103709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“Việc chửng cứu đã xong rồi, xong rồi!”</a:t>
            </a:r>
            <a:r>
              <a:rPr lang="en-US" dirty="0" smtClean="0"/>
              <a:t> </a:t>
            </a:r>
            <a:r>
              <a:rPr lang="vi-VN" dirty="0" smtClean="0"/>
              <a:t>Lời yên ủi thánh dân muôn đời;</a:t>
            </a:r>
            <a:endParaRPr lang="en-US" dirty="0"/>
          </a:p>
        </p:txBody>
      </p:sp>
    </p:spTree>
    <p:extLst>
      <p:ext uri="{BB962C8B-B14F-4D97-AF65-F5344CB8AC3E}">
        <p14:creationId xmlns:p14="http://schemas.microsoft.com/office/powerpoint/2010/main" val="1105140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“Việc chửng cứu đã xong rồi, xong rồi!” Lời ủy lạo thánh dân suốt đời.</a:t>
            </a:r>
            <a:endParaRPr lang="en-US" dirty="0"/>
          </a:p>
        </p:txBody>
      </p:sp>
    </p:spTree>
    <p:extLst>
      <p:ext uri="{BB962C8B-B14F-4D97-AF65-F5344CB8AC3E}">
        <p14:creationId xmlns:p14="http://schemas.microsoft.com/office/powerpoint/2010/main" val="2844088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4. Sê-ra-phin, hãy lên dây kim cầm, hòa âm với giọng ca bổng trầm;</a:t>
            </a:r>
            <a:endParaRPr lang="en-US" dirty="0"/>
          </a:p>
        </p:txBody>
      </p:sp>
    </p:spTree>
    <p:extLst>
      <p:ext uri="{BB962C8B-B14F-4D97-AF65-F5344CB8AC3E}">
        <p14:creationId xmlns:p14="http://schemas.microsoft.com/office/powerpoint/2010/main" val="32039008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Trời nên hát, đất hoan ca vang rền, tụng mỹ danh Em-ma-nu-ên.</a:t>
            </a:r>
            <a:r>
              <a:rPr lang="en-US" dirty="0" smtClean="0"/>
              <a:t> </a:t>
            </a:r>
            <a:endParaRPr lang="en-US" dirty="0"/>
          </a:p>
        </p:txBody>
      </p:sp>
    </p:spTree>
    <p:extLst>
      <p:ext uri="{BB962C8B-B14F-4D97-AF65-F5344CB8AC3E}">
        <p14:creationId xmlns:p14="http://schemas.microsoft.com/office/powerpoint/2010/main" val="24351469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“Ha-lê-lu-gia!</a:t>
            </a:r>
            <a:r>
              <a:rPr lang="en-US" dirty="0" smtClean="0"/>
              <a:t/>
            </a:r>
            <a:br>
              <a:rPr lang="en-US" dirty="0" smtClean="0"/>
            </a:br>
            <a:r>
              <a:rPr lang="vi-VN" dirty="0" smtClean="0"/>
              <a:t>Ha-lê-lu-gia!”</a:t>
            </a:r>
            <a:r>
              <a:rPr lang="en-US" dirty="0" smtClean="0"/>
              <a:t/>
            </a:r>
            <a:br>
              <a:rPr lang="en-US" dirty="0" smtClean="0"/>
            </a:br>
            <a:r>
              <a:rPr lang="vi-VN" dirty="0" smtClean="0"/>
              <a:t> Ngợi khen Chiên Con huyết chan hòa; </a:t>
            </a:r>
            <a:endParaRPr lang="en-US" dirty="0"/>
          </a:p>
        </p:txBody>
      </p:sp>
    </p:spTree>
    <p:extLst>
      <p:ext uri="{BB962C8B-B14F-4D97-AF65-F5344CB8AC3E}">
        <p14:creationId xmlns:p14="http://schemas.microsoft.com/office/powerpoint/2010/main" val="4074169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“Ha-lê-lu-gia!</a:t>
            </a:r>
            <a:r>
              <a:rPr lang="en-US" dirty="0" smtClean="0"/>
              <a:t/>
            </a:r>
            <a:br>
              <a:rPr lang="en-US" dirty="0" smtClean="0"/>
            </a:br>
            <a:r>
              <a:rPr lang="vi-VN" dirty="0" smtClean="0"/>
              <a:t>Ha-lê-lu-gia!”</a:t>
            </a:r>
            <a:r>
              <a:rPr lang="en-US" dirty="0" smtClean="0"/>
              <a:t/>
            </a:r>
            <a:br>
              <a:rPr lang="en-US" dirty="0" smtClean="0"/>
            </a:br>
            <a:r>
              <a:rPr lang="vi-VN" dirty="0" smtClean="0"/>
              <a:t> Thật hiển vinh Chiên Con huyết lòa;</a:t>
            </a:r>
            <a:endParaRPr lang="en-US" dirty="0"/>
          </a:p>
        </p:txBody>
      </p:sp>
    </p:spTree>
    <p:extLst>
      <p:ext uri="{BB962C8B-B14F-4D97-AF65-F5344CB8AC3E}">
        <p14:creationId xmlns:p14="http://schemas.microsoft.com/office/powerpoint/2010/main" val="1042426237"/>
      </p:ext>
    </p:extLst>
  </p:cSld>
  <p:clrMapOvr>
    <a:masterClrMapping/>
  </p:clrMapOvr>
</p:sld>
</file>

<file path=ppt/theme/theme1.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Presentation1" id="{F5C834B2-4A3E-49F7-9EB5-908E626B4A0E}" vid="{6886AF0C-C0C5-4004-8430-67B367CF969C}"/>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6</TotalTime>
  <Words>264</Words>
  <Application>Microsoft Office PowerPoint</Application>
  <PresentationFormat>Custom</PresentationFormat>
  <Paragraphs>18</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faithstocks-template-powerpoint-001</vt:lpstr>
      <vt:lpstr>Thánh Ca 99 XONG RỒI</vt:lpstr>
      <vt:lpstr>1. Lời ân điển với yêu thương chan hòa, dội vang ra từ Gô-gô-tha; </vt:lpstr>
      <vt:lpstr>Làm rung đất tối tăm cả bầu trời, Vầng đá kia bỗng nhiên nứt rời. </vt:lpstr>
      <vt:lpstr>“Việc chửng cứu đã xong rồi, xong rồi!” Lời Jêsus lúc trút linh hồn;</vt:lpstr>
      <vt:lpstr>“Việc chửng cứu đã xong rồi, xong rồi!” Lời Jêsus kêu khi trút hồn.</vt:lpstr>
      <vt:lpstr>2. Diệu thay tiếng Jêsus kêu “xong rồi!” làm vui thỏa lòng ta chẳng thôi;</vt:lpstr>
      <vt:lpstr>Từ Chân Chúa phước ân kia tuôn tràn, giục giã ta tiến lên vững vàng.</vt:lpstr>
      <vt:lpstr>“Việc chửng cứu đã xong rồi, xong rồi!” Lời ban trối, thánh dân ghi lòng;</vt:lpstr>
      <vt:lpstr>“Việc chửng cứu đã xong rồi, xong rồi!” Lời trối kia thánh dân ghi lòng.</vt:lpstr>
      <vt:lpstr>3. Mọi hình bóng đến nay đã xong rồi, trọn nghi lễ từ trước các đời.</vt:lpstr>
      <vt:lpstr>Lời tuyên hứa cổ lai đã trọn rồi, ngục chết tan, tử vương suy đồi.</vt:lpstr>
      <vt:lpstr>“Việc chửng cứu đã xong rồi, xong rồi!” Lời yên ủi thánh dân muôn đời;</vt:lpstr>
      <vt:lpstr>“Việc chửng cứu đã xong rồi, xong rồi!” Lời ủy lạo thánh dân suốt đời.</vt:lpstr>
      <vt:lpstr>4. Sê-ra-phin, hãy lên dây kim cầm, hòa âm với giọng ca bổng trầm;</vt:lpstr>
      <vt:lpstr>Trời nên hát, đất hoan ca vang rền, tụng mỹ danh Em-ma-nu-ên. </vt:lpstr>
      <vt:lpstr>“Ha-lê-lu-gia! Ha-lê-lu-gia!”  Ngợi khen Chiên Con huyết chan hòa; </vt:lpstr>
      <vt:lpstr>“Ha-lê-lu-gia! Ha-lê-lu-gia!”  Thật hiển vinh Chiên Con huyết lòa;</vt:lpstr>
    </vt:vector>
  </TitlesOfParts>
  <Company>ASI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099 - Xong Rồi   Thánh Ca 99 Xong Rồi  1. Lời ân điển với yêu thương chan hòa, dội vang ra  từ Gô-gô-tha;   Làm rung đất tối tăm cả bầu trời, Vầng đá kia bỗng nhiên nứt rời. “Việc chửng cứu đã xong rồi, xong rồi!”   Lời Jêsus lúc trút linh hồn;  “Việc chửng cứu đã xong rồi, xong rồi!” Lời Jêsus  kêu khi trút hồn.  2. Diệu thay tiếng Jêsus kêu “xong rồi!” làm vui thỏa lòng ta chẳng thôi;   Từ Chân Chúa phước ân kia tuôn tràn, giục giã ta  tiến lên vững vàng.  “Việc chửng cứu đã xong rồi, xong rồi!”   Lời ban trối, thánh dân ghi lòng; “Việc chửng cứu đã xong rồi, xong rồi!” Lời trối kia thánh dân ghi lòng.  3. Mọi hình bóng  đến nay đã xong rồi, trọn nghi lễ từ trước các đời.   Lời tuyên hứa cổ lai đã trọn rồi, ngục chết tan, tử vương suy đồi. “Việc chửng cứu đã xong rồi, xong rồi!”   Lời yên ủi thánh dân muôn đời; “Việc chửng cứu đã xong rồi, xong rồi!” Lời ủy lạo thánh dân suốt đời.  4. Sê-ra-phin,  hãy lên dây kim cầm, hòa âm với giọng ca bổng trầm;   Trời nên hát, đất hoan ca vang rền, tụng mỹ danh  Em-ma-nu-ên.  “Ha-lê-lu-gia! Ha-lê-lu-gia!”   Ngợi khen Chiên Con huyết chan hòa; “Ha-lê-lu-gia!  Ha-lê-lu-gia!” Thật hiển vinh  Chiên Con huyết lòa;</dc:title>
  <dc:creator>Phan Minh Vinh An; An Phan</dc:creator>
  <cp:lastModifiedBy>An Phan</cp:lastModifiedBy>
  <cp:revision>3</cp:revision>
  <dcterms:created xsi:type="dcterms:W3CDTF">2018-01-22T14:26:37Z</dcterms:created>
  <dcterms:modified xsi:type="dcterms:W3CDTF">2018-01-23T12:45:24Z</dcterms:modified>
</cp:coreProperties>
</file>