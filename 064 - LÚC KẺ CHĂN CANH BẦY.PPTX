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59" autoAdjust="0"/>
    <p:restoredTop sz="86477" autoAdjust="0"/>
  </p:normalViewPr>
  <p:slideViewPr>
    <p:cSldViewPr snapToGrid="0">
      <p:cViewPr varScale="1">
        <p:scale>
          <a:sx n="59" d="100"/>
          <a:sy n="59" d="100"/>
        </p:scale>
        <p:origin x="-558" y="-9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083255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942789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xmlns=""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032877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929100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xmlns=""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208958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71719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xmlns=""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707626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4228216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xmlns=""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8611204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549751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64027633"/>
      </p:ext>
    </p:extLst>
  </p:cSld>
  <p:clrMap bg1="lt1" tx1="dk1" bg2="lt2" tx2="dk2" accent1="accent1" accent2="accent2" accent3="accent3" accent4="accent4" accent5="accent5" accent6="accent6" hlink="hlink" folHlink="folHlink"/>
  <p:sldLayoutIdLst>
    <p:sldLayoutId id="2147483741" r:id="rId1"/>
    <p:sldLayoutId id="2147483754" r:id="rId2"/>
    <p:sldLayoutId id="2147483756" r:id="rId3"/>
    <p:sldLayoutId id="2147483743" r:id="rId4"/>
    <p:sldLayoutId id="2147483745" r:id="rId5"/>
    <p:sldLayoutId id="2147483757" r:id="rId6"/>
    <p:sldLayoutId id="2147483752" r:id="rId7"/>
    <p:sldLayoutId id="2147483758" r:id="rId8"/>
    <p:sldLayoutId id="2147483753" r:id="rId9"/>
    <p:sldLayoutId id="2147483759" r:id="rId10"/>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Thánh Ca 64</a:t>
            </a:r>
          </a:p>
          <a:p>
            <a:r>
              <a:rPr lang="vi-VN" dirty="0" smtClean="0"/>
              <a:t>LÚC KẺ CHĂN</a:t>
            </a:r>
            <a:r>
              <a:rPr lang="en-US" dirty="0" smtClean="0"/>
              <a:t/>
            </a:r>
            <a:br>
              <a:rPr lang="en-US" dirty="0" smtClean="0"/>
            </a:br>
            <a:r>
              <a:rPr lang="vi-VN" dirty="0" smtClean="0"/>
              <a:t>CANH BẦY</a:t>
            </a:r>
            <a:endParaRPr lang="en-US" dirty="0"/>
          </a:p>
        </p:txBody>
      </p:sp>
    </p:spTree>
    <p:extLst>
      <p:ext uri="{BB962C8B-B14F-4D97-AF65-F5344CB8AC3E}">
        <p14:creationId xmlns:p14="http://schemas.microsoft.com/office/powerpoint/2010/main" val="1367978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None/>
            </a:pPr>
            <a:r>
              <a:rPr lang="en-US" dirty="0" smtClean="0"/>
              <a:t>1. </a:t>
            </a:r>
            <a:r>
              <a:rPr lang="vi-VN" dirty="0" smtClean="0"/>
              <a:t>Bọn chăn giữa ban đêm trên đồi xanh, ngồi chung nhau canh chiên mình. </a:t>
            </a:r>
            <a:endParaRPr lang="en-US" dirty="0"/>
          </a:p>
        </p:txBody>
      </p:sp>
    </p:spTree>
    <p:extLst>
      <p:ext uri="{BB962C8B-B14F-4D97-AF65-F5344CB8AC3E}">
        <p14:creationId xmlns:p14="http://schemas.microsoft.com/office/powerpoint/2010/main" val="16625622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None/>
            </a:pPr>
            <a:r>
              <a:rPr lang="vi-VN" dirty="0" smtClean="0"/>
              <a:t>Bỗng thấy khâm sai quang lâm trần gian, phóng ra muôn tia hào quang, chiếu vào kẻ chăn huy hoàng.</a:t>
            </a:r>
            <a:endParaRPr lang="en-US" dirty="0"/>
          </a:p>
        </p:txBody>
      </p:sp>
    </p:spTree>
    <p:extLst>
      <p:ext uri="{BB962C8B-B14F-4D97-AF65-F5344CB8AC3E}">
        <p14:creationId xmlns:p14="http://schemas.microsoft.com/office/powerpoint/2010/main" val="25736045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None/>
            </a:pPr>
            <a:r>
              <a:rPr lang="vi-VN" dirty="0" smtClean="0"/>
              <a:t>2. Vị thiên sứ thấy kẻ chăn sợ kinh, liền khuyên ngay:</a:t>
            </a:r>
            <a:r>
              <a:rPr lang="en-US" dirty="0" smtClean="0"/>
              <a:t> </a:t>
            </a:r>
            <a:r>
              <a:rPr lang="vi-VN" dirty="0" smtClean="0"/>
              <a:t>Nên an bình, </a:t>
            </a:r>
            <a:endParaRPr lang="en-US" dirty="0"/>
          </a:p>
        </p:txBody>
      </p:sp>
    </p:spTree>
    <p:extLst>
      <p:ext uri="{BB962C8B-B14F-4D97-AF65-F5344CB8AC3E}">
        <p14:creationId xmlns:p14="http://schemas.microsoft.com/office/powerpoint/2010/main" val="6321174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None/>
            </a:pPr>
            <a:r>
              <a:rPr lang="en-US" dirty="0" smtClean="0"/>
              <a:t>T</a:t>
            </a:r>
            <a:r>
              <a:rPr lang="vi-VN" dirty="0" smtClean="0"/>
              <a:t>a đến đem cho tin vui mừng đây, các ngươi luôn nhân loại hay, các ngươi với</a:t>
            </a:r>
            <a:r>
              <a:rPr lang="en-US" dirty="0" smtClean="0"/>
              <a:t> </a:t>
            </a:r>
            <a:r>
              <a:rPr lang="vi-VN" dirty="0" smtClean="0"/>
              <a:t>thiên hạ rày.</a:t>
            </a:r>
            <a:endParaRPr lang="en-US" dirty="0"/>
          </a:p>
        </p:txBody>
      </p:sp>
    </p:spTree>
    <p:extLst>
      <p:ext uri="{BB962C8B-B14F-4D97-AF65-F5344CB8AC3E}">
        <p14:creationId xmlns:p14="http://schemas.microsoft.com/office/powerpoint/2010/main" val="3901992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None/>
            </a:pPr>
            <a:r>
              <a:rPr lang="vi-VN" dirty="0" smtClean="0"/>
              <a:t>3. Thành Đa-vít nay sinh cho bọn ngươi Chồi Đa-vít nguyên Con Trời, </a:t>
            </a:r>
            <a:endParaRPr lang="en-US" dirty="0"/>
          </a:p>
        </p:txBody>
      </p:sp>
    </p:spTree>
    <p:extLst>
      <p:ext uri="{BB962C8B-B14F-4D97-AF65-F5344CB8AC3E}">
        <p14:creationId xmlns:p14="http://schemas.microsoft.com/office/powerpoint/2010/main" val="28071682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None/>
            </a:pPr>
            <a:r>
              <a:rPr lang="vi-VN" dirty="0" smtClean="0"/>
              <a:t>là Chúa, là Christ ban cho vạn dân. Dấu đây các ngươi nhận chân, để tìm đến Ngôi Chân Thần.</a:t>
            </a:r>
            <a:endParaRPr lang="en-US" dirty="0"/>
          </a:p>
        </p:txBody>
      </p:sp>
    </p:spTree>
    <p:extLst>
      <p:ext uri="{BB962C8B-B14F-4D97-AF65-F5344CB8AC3E}">
        <p14:creationId xmlns:p14="http://schemas.microsoft.com/office/powerpoint/2010/main" val="39775994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None/>
            </a:pPr>
            <a:r>
              <a:rPr lang="vi-VN" dirty="0" smtClean="0"/>
              <a:t>4. Nầy Con Thánh giáng sinh trong trần gian, tại nơi thê lương đơn hàn, </a:t>
            </a:r>
            <a:endParaRPr lang="en-US" dirty="0"/>
          </a:p>
        </p:txBody>
      </p:sp>
    </p:spTree>
    <p:extLst>
      <p:ext uri="{BB962C8B-B14F-4D97-AF65-F5344CB8AC3E}">
        <p14:creationId xmlns:p14="http://schemas.microsoft.com/office/powerpoint/2010/main" val="29325345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None/>
            </a:pPr>
            <a:r>
              <a:rPr lang="en-US" dirty="0" smtClean="0"/>
              <a:t>N</a:t>
            </a:r>
            <a:r>
              <a:rPr lang="vi-VN" dirty="0" smtClean="0"/>
              <a:t>goài chiếc khăn ra không bọc chi thân. Máng chiên hoan nghinh Thần Nhân, máng chiên chỗ sinh Chân Thần.</a:t>
            </a:r>
            <a:endParaRPr lang="en-US" dirty="0"/>
          </a:p>
        </p:txBody>
      </p:sp>
    </p:spTree>
    <p:extLst>
      <p:ext uri="{BB962C8B-B14F-4D97-AF65-F5344CB8AC3E}">
        <p14:creationId xmlns:p14="http://schemas.microsoft.com/office/powerpoint/2010/main" val="29192797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None/>
            </a:pPr>
            <a:r>
              <a:rPr lang="vi-VN" dirty="0" smtClean="0"/>
              <a:t>5. Rạng danh Chúa Thánh trên khung trời cao, bình an thay cho địa cầu. </a:t>
            </a:r>
            <a:endParaRPr lang="en-US" dirty="0"/>
          </a:p>
        </p:txBody>
      </p:sp>
    </p:spTree>
    <p:extLst>
      <p:ext uri="{BB962C8B-B14F-4D97-AF65-F5344CB8AC3E}">
        <p14:creationId xmlns:p14="http://schemas.microsoft.com/office/powerpoint/2010/main" val="39197914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Ân điển nhân gian do thiên thượng ban, trải qua vô hạn thời gian, ấy ơn cứu ta hoàn toàn.</a:t>
            </a:r>
            <a:endParaRPr lang="en-US" dirty="0"/>
          </a:p>
        </p:txBody>
      </p:sp>
    </p:spTree>
    <p:extLst>
      <p:ext uri="{BB962C8B-B14F-4D97-AF65-F5344CB8AC3E}">
        <p14:creationId xmlns:p14="http://schemas.microsoft.com/office/powerpoint/2010/main" val="2053155464"/>
      </p:ext>
    </p:extLst>
  </p:cSld>
  <p:clrMapOvr>
    <a:masterClrMapping/>
  </p:clrMapOvr>
</p:sld>
</file>

<file path=ppt/theme/theme1.xml><?xml version="1.0" encoding="utf-8"?>
<a:theme xmlns:a="http://schemas.openxmlformats.org/drawingml/2006/main" name="faithstocks-template-powerpoint-00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Presentation1" id="{F5C834B2-4A3E-49F7-9EB5-908E626B4A0E}" vid="{6886AF0C-C0C5-4004-8430-67B367CF969C}"/>
    </a:ext>
  </a:extLst>
</a:theme>
</file>

<file path=docProps/app.xml><?xml version="1.0" encoding="utf-8"?>
<Properties xmlns="http://schemas.openxmlformats.org/officeDocument/2006/extended-properties" xmlns:vt="http://schemas.openxmlformats.org/officeDocument/2006/docPropsVTypes">
  <Template>faithstocks-template-powerpoint-001</Template>
  <TotalTime>1</TotalTime>
  <Words>212</Words>
  <Application>Microsoft Office PowerPoint</Application>
  <PresentationFormat>Custom</PresentationFormat>
  <Paragraphs>12</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faithstocks-template-powerpoint-001</vt:lpstr>
      <vt:lpstr>Thánh Ca 64 LÚC KẺ CHĂN CANH BẦY</vt:lpstr>
      <vt:lpstr>1. Bọn chăn giữa ban đêm trên đồi xanh, ngồi chung nhau canh chiên mình. </vt:lpstr>
      <vt:lpstr>Bỗng thấy khâm sai quang lâm trần gian, phóng ra muôn tia hào quang, chiếu vào kẻ chăn huy hoàng.</vt:lpstr>
      <vt:lpstr>2. Vị thiên sứ thấy kẻ chăn sợ kinh, liền khuyên ngay: Nên an bình, </vt:lpstr>
      <vt:lpstr>Ta đến đem cho tin vui mừng đây, các ngươi luôn nhân loại hay, các ngươi với thiên hạ rày.</vt:lpstr>
      <vt:lpstr>3. Thành Đa-vít nay sinh cho bọn ngươi Chồi Đa-vít nguyên Con Trời, </vt:lpstr>
      <vt:lpstr>là Chúa, là Christ ban cho vạn dân. Dấu đây các ngươi nhận chân, để tìm đến Ngôi Chân Thần.</vt:lpstr>
      <vt:lpstr>4. Nầy Con Thánh giáng sinh trong trần gian, tại nơi thê lương đơn hàn, </vt:lpstr>
      <vt:lpstr>Ngoài chiếc khăn ra không bọc chi thân. Máng chiên hoan nghinh Thần Nhân, máng chiên chỗ sinh Chân Thần.</vt:lpstr>
      <vt:lpstr>5. Rạng danh Chúa Thánh trên khung trời cao, bình an thay cho địa cầu. </vt:lpstr>
      <vt:lpstr>Ân điển nhân gian do thiên thượng ban, trải qua vô hạn thời gian, ấy ơn cứu ta hoàn toàn.</vt:lpstr>
    </vt:vector>
  </TitlesOfParts>
  <Company>ASI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TC 064 - Lúc Kẻ Chăn Canh Bầy   Thánh Ca 64 Lúc Kẻ Chăn Canh Bầy  1. Bọn chăn giữa ban đêm trên đồi xanh, ngồi chung nhau canh chiên mình.   Bỗng thấy khâm sai quang lâm trần gian, phóng ra muôn tia hào quang, chiếu vào kẻ chăn huy hoàng.  2. Vị thiên sứ thấy kẻ chăn sợ kinh, liền khuyên ngay: Nên an bình,   ta đến đem cho tin vui mừng đây, các ngươi luôn nhân loại hay, các ngươi với thiên hạ rày.  3. Thành Đa-vít nay sinh cho bọn ngươi Chồi Đa-vít nguyên Con Trời,   là Chúa, là Christ ban cho vạn dân. Dấu đây các ngươi nhận chân, để tìm đến Ngôi Chân Thần.  Thánh Ca 64 Lúc Kẻ Chăn Canh Bầy  4. Nầy Con Thánh giáng sinh trong trần gian, tại nơi thê lương đơn hàn,   ngoài chiếc khăn ra không bọc chi thân. Máng chiên hoan nghinh Thần Nhân, máng chiên chỗ sinh Chân Thần.  5. Rạng danh Chúa Thánh trên khung trời cao, bình an thay cho địa cầu.   Ân điển nhân gian do thiên thượng ban, trải qua vô hạn thời gian, ấy ơn cứu ta hoàn toàn.</dc:title>
  <dc:creator>Phan Minh Vinh An; An Phan</dc:creator>
  <cp:lastModifiedBy>An Phan</cp:lastModifiedBy>
  <cp:revision>3</cp:revision>
  <dcterms:created xsi:type="dcterms:W3CDTF">2018-01-21T13:02:29Z</dcterms:created>
  <dcterms:modified xsi:type="dcterms:W3CDTF">2018-01-21T13:04:17Z</dcterms:modified>
</cp:coreProperties>
</file>