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59" autoAdjust="0"/>
    <p:restoredTop sz="86477" autoAdjust="0"/>
  </p:normalViewPr>
  <p:slideViewPr>
    <p:cSldViewPr snapToGrid="0">
      <p:cViewPr varScale="1">
        <p:scale>
          <a:sx n="28" d="100"/>
          <a:sy n="28" d="100"/>
        </p:scale>
        <p:origin x="-114" y="-75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Thánh Ca 98</a:t>
            </a:r>
          </a:p>
          <a:p>
            <a:r>
              <a:rPr lang="vi-VN" dirty="0" smtClean="0"/>
              <a:t>THÁNH THỦ</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1. Đầu Chúa tôi sao trông gục nghiêng? Vì đảng ác nhân mỉa mai.</a:t>
            </a:r>
            <a:endParaRPr lang="en-US" dirty="0"/>
          </a:p>
        </p:txBody>
      </p:sp>
    </p:spTree>
    <p:extLst>
      <p:ext uri="{BB962C8B-B14F-4D97-AF65-F5344CB8AC3E}">
        <p14:creationId xmlns:p14="http://schemas.microsoft.com/office/powerpoint/2010/main" val="4064894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Đội mão gai cho Vua thượng thiên. Thê thảm, đớn đau, đắng cay; Thánh thủ ngàn thu luôn </a:t>
            </a:r>
            <a:r>
              <a:rPr lang="en-US" dirty="0" smtClean="0"/>
              <a:t/>
            </a:r>
            <a:br>
              <a:rPr lang="en-US" dirty="0" smtClean="0"/>
            </a:br>
            <a:r>
              <a:rPr lang="vi-VN" dirty="0" smtClean="0"/>
              <a:t>khả </a:t>
            </a:r>
            <a:r>
              <a:rPr lang="vi-VN" dirty="0" smtClean="0"/>
              <a:t>kính,</a:t>
            </a:r>
            <a:endParaRPr lang="en-US" dirty="0"/>
          </a:p>
        </p:txBody>
      </p:sp>
    </p:spTree>
    <p:extLst>
      <p:ext uri="{BB962C8B-B14F-4D97-AF65-F5344CB8AC3E}">
        <p14:creationId xmlns:p14="http://schemas.microsoft.com/office/powerpoint/2010/main" val="2448639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Vinh hiển thiên cung rạng ngần; Ôi dầu huyết tuôn rơi bị khinh, tôi vui xưng Ngài kỷ phần.</a:t>
            </a:r>
            <a:endParaRPr lang="en-US" dirty="0"/>
          </a:p>
        </p:txBody>
      </p:sp>
    </p:spTree>
    <p:extLst>
      <p:ext uri="{BB962C8B-B14F-4D97-AF65-F5344CB8AC3E}">
        <p14:creationId xmlns:p14="http://schemas.microsoft.com/office/powerpoint/2010/main" val="3838669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2. Đầu Chúa tôi sao giọt hồng rơi, thay chỗ ác nhân đảm đương?</a:t>
            </a:r>
            <a:endParaRPr lang="en-US" dirty="0"/>
          </a:p>
        </p:txBody>
      </p:sp>
    </p:spTree>
    <p:extLst>
      <p:ext uri="{BB962C8B-B14F-4D97-AF65-F5344CB8AC3E}">
        <p14:creationId xmlns:p14="http://schemas.microsoft.com/office/powerpoint/2010/main" val="1095122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Vì cớ tôi vi phạm luật trời, nên Chúa chết thay thảm thương; Nơi chơn Ngài tôi đang thống hối,</a:t>
            </a:r>
            <a:endParaRPr lang="en-US" dirty="0"/>
          </a:p>
        </p:txBody>
      </p:sp>
    </p:spTree>
    <p:extLst>
      <p:ext uri="{BB962C8B-B14F-4D97-AF65-F5344CB8AC3E}">
        <p14:creationId xmlns:p14="http://schemas.microsoft.com/office/powerpoint/2010/main" val="1505861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Tôi đáng mang nhục hình nầy; Xin Ngài lấy yêu thương nhìn tôi, hầu hưởng ơn Ngài dẫy đầy.</a:t>
            </a:r>
            <a:endParaRPr lang="en-US" dirty="0"/>
          </a:p>
        </p:txBody>
      </p:sp>
    </p:spTree>
    <p:extLst>
      <p:ext uri="{BB962C8B-B14F-4D97-AF65-F5344CB8AC3E}">
        <p14:creationId xmlns:p14="http://schemas.microsoft.com/office/powerpoint/2010/main" val="1262607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3. Bạn thiết ôi, tâm tôi rày sau dùng thứ tiếng </a:t>
            </a:r>
            <a:r>
              <a:rPr lang="en-US" dirty="0" smtClean="0"/>
              <a:t/>
            </a:r>
            <a:br>
              <a:rPr lang="en-US" dirty="0" smtClean="0"/>
            </a:br>
            <a:r>
              <a:rPr lang="vi-VN" dirty="0" smtClean="0"/>
              <a:t>chi </a:t>
            </a:r>
            <a:r>
              <a:rPr lang="vi-VN" dirty="0" smtClean="0"/>
              <a:t>cám ơn.</a:t>
            </a:r>
            <a:endParaRPr lang="en-US" dirty="0"/>
          </a:p>
        </p:txBody>
      </p:sp>
    </p:spTree>
    <p:extLst>
      <p:ext uri="{BB962C8B-B14F-4D97-AF65-F5344CB8AC3E}">
        <p14:creationId xmlns:p14="http://schemas.microsoft.com/office/powerpoint/2010/main" val="1730451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Bạn chết thay tôi thân chịu đau, so ái đức hơn thái sơn. Tôi qui thuộc trong tay Thiết hữu ghi gắn keo sơn một lòng.</a:t>
            </a:r>
            <a:endParaRPr lang="en-US" dirty="0"/>
          </a:p>
        </p:txBody>
      </p:sp>
    </p:spTree>
    <p:extLst>
      <p:ext uri="{BB962C8B-B14F-4D97-AF65-F5344CB8AC3E}">
        <p14:creationId xmlns:p14="http://schemas.microsoft.com/office/powerpoint/2010/main" val="2839786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Xin đừng để tâm tôi lạc lưu, luôn  ở trong </a:t>
            </a:r>
            <a:r>
              <a:rPr lang="en-US" dirty="0" smtClean="0"/>
              <a:t/>
            </a:r>
            <a:br>
              <a:rPr lang="en-US" dirty="0" smtClean="0"/>
            </a:br>
            <a:r>
              <a:rPr lang="vi-VN" dirty="0" smtClean="0"/>
              <a:t>Ngài </a:t>
            </a:r>
            <a:r>
              <a:rPr lang="vi-VN" dirty="0" smtClean="0"/>
              <a:t>thủy chung.</a:t>
            </a:r>
            <a:endParaRPr lang="en-US" dirty="0"/>
          </a:p>
        </p:txBody>
      </p:sp>
    </p:spTree>
    <p:extLst>
      <p:ext uri="{BB962C8B-B14F-4D97-AF65-F5344CB8AC3E}">
        <p14:creationId xmlns:p14="http://schemas.microsoft.com/office/powerpoint/2010/main" val="3873785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4. Giờ tắt hơi mong Ngài gần tôi, nguyền thấy mão gai của Ngài; Cầu Chúa bay mau lại gần tôi,</a:t>
            </a:r>
            <a:endParaRPr lang="en-US" dirty="0"/>
          </a:p>
        </p:txBody>
      </p:sp>
    </p:spTree>
    <p:extLst>
      <p:ext uri="{BB962C8B-B14F-4D97-AF65-F5344CB8AC3E}">
        <p14:creationId xmlns:p14="http://schemas.microsoft.com/office/powerpoint/2010/main" val="2880512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Thiên quốc đưa tôi đến ngay; Mắt ngó Ngài luôn không biến chuyển Trong đức tin như thạch bàn.</a:t>
            </a:r>
            <a:endParaRPr lang="en-US" dirty="0"/>
          </a:p>
        </p:txBody>
      </p:sp>
    </p:spTree>
    <p:extLst>
      <p:ext uri="{BB962C8B-B14F-4D97-AF65-F5344CB8AC3E}">
        <p14:creationId xmlns:p14="http://schemas.microsoft.com/office/powerpoint/2010/main" val="836131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Ai người chết đức tin còn nguyên, trong ái tâm </a:t>
            </a:r>
            <a:r>
              <a:rPr lang="en-US" dirty="0" smtClean="0"/>
              <a:t/>
            </a:r>
            <a:br>
              <a:rPr lang="en-US" dirty="0" smtClean="0"/>
            </a:br>
            <a:r>
              <a:rPr lang="vi-VN" dirty="0" smtClean="0"/>
              <a:t>Ngài </a:t>
            </a:r>
            <a:r>
              <a:rPr lang="vi-VN" dirty="0" smtClean="0"/>
              <a:t>nghỉ an.</a:t>
            </a:r>
            <a:endParaRPr lang="en-US" dirty="0"/>
          </a:p>
        </p:txBody>
      </p:sp>
    </p:spTree>
    <p:extLst>
      <p:ext uri="{BB962C8B-B14F-4D97-AF65-F5344CB8AC3E}">
        <p14:creationId xmlns:p14="http://schemas.microsoft.com/office/powerpoint/2010/main" val="2536225969"/>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Presentation1" id="{F5C834B2-4A3E-49F7-9EB5-908E626B4A0E}" vid="{6886AF0C-C0C5-4004-8430-67B367CF969C}"/>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10</TotalTime>
  <Words>238</Words>
  <Application>Microsoft Office PowerPoint</Application>
  <PresentationFormat>Custom</PresentationFormat>
  <Paragraphs>14</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faithstocks-template-powerpoint-001</vt:lpstr>
      <vt:lpstr>Thánh Ca 98 THÁNH THỦ</vt:lpstr>
      <vt:lpstr>1. Đầu Chúa tôi sao trông gục nghiêng? Vì đảng ác nhân mỉa mai.</vt:lpstr>
      <vt:lpstr>Đội mão gai cho Vua thượng thiên. Thê thảm, đớn đau, đắng cay; Thánh thủ ngàn thu luôn  khả kính,</vt:lpstr>
      <vt:lpstr>Vinh hiển thiên cung rạng ngần; Ôi dầu huyết tuôn rơi bị khinh, tôi vui xưng Ngài kỷ phần.</vt:lpstr>
      <vt:lpstr>2. Đầu Chúa tôi sao giọt hồng rơi, thay chỗ ác nhân đảm đương?</vt:lpstr>
      <vt:lpstr>Vì cớ tôi vi phạm luật trời, nên Chúa chết thay thảm thương; Nơi chơn Ngài tôi đang thống hối,</vt:lpstr>
      <vt:lpstr>Tôi đáng mang nhục hình nầy; Xin Ngài lấy yêu thương nhìn tôi, hầu hưởng ơn Ngài dẫy đầy.</vt:lpstr>
      <vt:lpstr>3. Bạn thiết ôi, tâm tôi rày sau dùng thứ tiếng  chi cám ơn.</vt:lpstr>
      <vt:lpstr>Bạn chết thay tôi thân chịu đau, so ái đức hơn thái sơn. Tôi qui thuộc trong tay Thiết hữu ghi gắn keo sơn một lòng.</vt:lpstr>
      <vt:lpstr>Xin đừng để tâm tôi lạc lưu, luôn  ở trong  Ngài thủy chung.</vt:lpstr>
      <vt:lpstr>4. Giờ tắt hơi mong Ngài gần tôi, nguyền thấy mão gai của Ngài; Cầu Chúa bay mau lại gần tôi,</vt:lpstr>
      <vt:lpstr>Thiên quốc đưa tôi đến ngay; Mắt ngó Ngài luôn không biến chuyển Trong đức tin như thạch bàn.</vt:lpstr>
      <vt:lpstr>Ai người chết đức tin còn nguyên, trong ái tâm  Ngài nghỉ an.</vt:lpstr>
    </vt:vector>
  </TitlesOfParts>
  <Company>ASI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098 - Thánh Thủ   Thánh Ca 98 Thánh Thủ  1. Đầu Chúa tôi sao trông gục nghiêng? Vì đảng ác nhân  mỉa mai.   Đội mão gai cho Vua thượng thiên. Thê thảm, đớn đau, đắng cay; Thánh thủ ngàn thu luôn khả kính,  Vinh hiển thiên cung rạng ngần; Ôi dầu huyết tuôn rơi bị khinh, tôi vui xưng Ngài kỷ phần.  2. Đầu Chúa tôi sao giọt hồng rơi, thay chỗ ác nhân đảm đương?   Vì cớ tôi vi phạm luật trời, nên Chúa chết thay thảm thương; Nơi chơn Ngài tôi đang thống hối,   Tôi đáng mang nhục hình nầy; Xin Ngài lấy yêu thương nhìn tôi, hầu hưởng ơn Ngài dẫy đầy.   3. Bạn thiết ôi, tâm tôi rày sau  dùng thứ tiếng chi cám ơn.   Bạn chết thay tôi thân chịu đau, so ái đức hơn thái sơn. Tôi qui thuộc trong tay Thiết hữu ghi gắn keo sơn một lòng.   Xin đừng để tâm tôi lạc lưu, luôn  ở trong Ngài thủy chung.  Thánh Ca 98 Thánh Thủ  4. Giờ tắt hơi mong Ngài gần tôi, nguyền thấy mão gai của Ngài; Cầu Chúa bay mau lại gần tôi,   Thiên quốc đưa tôi đến ngay; Mắt ngó Ngài luôn không biến chuyển Trong đức tin như thạch bàn.   Ai người chết đức tin còn nguyên, trong ái tâm Ngài nghỉ an.</dc:title>
  <dc:creator>Phan Minh Vinh An; An Phan</dc:creator>
  <cp:lastModifiedBy>An Phan</cp:lastModifiedBy>
  <cp:revision>3</cp:revision>
  <dcterms:created xsi:type="dcterms:W3CDTF">2018-01-22T14:20:15Z</dcterms:created>
  <dcterms:modified xsi:type="dcterms:W3CDTF">2018-01-23T13:23:42Z</dcterms:modified>
</cp:coreProperties>
</file>