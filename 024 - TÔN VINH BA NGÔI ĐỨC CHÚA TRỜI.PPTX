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3" autoAdjust="0"/>
    <p:restoredTop sz="94660" autoAdjust="0"/>
  </p:normalViewPr>
  <p:slideViewPr>
    <p:cSldViewPr snapToGrid="0">
      <p:cViewPr varScale="1">
        <p:scale>
          <a:sx n="70" d="100"/>
          <a:sy n="70" d="100"/>
        </p:scale>
        <p:origin x="-606" y="-9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255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2789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="" xmlns:a16="http://schemas.microsoft.com/office/drawing/2014/main" id="{8D7B5080-280C-457F-B1C3-02181A2D07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2877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9100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="" xmlns:a16="http://schemas.microsoft.com/office/drawing/2014/main" id="{0A9F4E50-46AD-43BB-99B5-F85C751628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8958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7197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="" xmlns:a16="http://schemas.microsoft.com/office/drawing/2014/main" id="{4B837F48-D0D6-45AC-A273-00953E86AE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7626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8216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="" xmlns:a16="http://schemas.microsoft.com/office/drawing/2014/main" id="{32F8712E-8F83-406E-BBED-051BEA9949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1120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751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027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54" r:id="rId2"/>
    <p:sldLayoutId id="2147483756" r:id="rId3"/>
    <p:sldLayoutId id="2147483743" r:id="rId4"/>
    <p:sldLayoutId id="2147483745" r:id="rId5"/>
    <p:sldLayoutId id="2147483757" r:id="rId6"/>
    <p:sldLayoutId id="2147483752" r:id="rId7"/>
    <p:sldLayoutId id="2147483758" r:id="rId8"/>
    <p:sldLayoutId id="2147483753" r:id="rId9"/>
    <p:sldLayoutId id="2147483759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="" xmlns:a16="http://schemas.microsoft.com/office/drawing/2014/main" id="{9D7E4520-1441-4995-9C47-D3BAA68D3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Thánh</a:t>
            </a:r>
            <a:r>
              <a:rPr lang="en-US" dirty="0" smtClean="0"/>
              <a:t> </a:t>
            </a:r>
            <a:r>
              <a:rPr lang="en-US" dirty="0" err="1"/>
              <a:t>Ca</a:t>
            </a:r>
            <a:r>
              <a:rPr lang="en-US" dirty="0"/>
              <a:t> 24</a:t>
            </a:r>
            <a:br>
              <a:rPr lang="en-US" dirty="0"/>
            </a:br>
            <a:r>
              <a:rPr lang="en-US" dirty="0" smtClean="0"/>
              <a:t>TÔN VINH BA NGÔI</a:t>
            </a:r>
            <a:br>
              <a:rPr lang="en-US" dirty="0" smtClean="0"/>
            </a:br>
            <a:r>
              <a:rPr lang="en-US" dirty="0" smtClean="0"/>
              <a:t>ĐỨC CHÚA TRỜI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4646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Ôi, trong nhân </a:t>
            </a:r>
            <a:r>
              <a:rPr lang="vi-VN" dirty="0" smtClean="0"/>
              <a:t>gian,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vi-VN" dirty="0" smtClean="0"/>
              <a:t>trên </a:t>
            </a:r>
            <a:r>
              <a:rPr lang="vi-VN" dirty="0"/>
              <a:t>thiên đình </a:t>
            </a:r>
            <a:r>
              <a:rPr lang="vi-VN" dirty="0" smtClean="0"/>
              <a:t>hằng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vi-VN" dirty="0" smtClean="0"/>
              <a:t>được </a:t>
            </a:r>
            <a:r>
              <a:rPr lang="vi-VN" dirty="0"/>
              <a:t>tôn vinh </a:t>
            </a:r>
            <a:r>
              <a:rPr lang="vi-VN" dirty="0" smtClean="0"/>
              <a:t>duy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vi-VN" dirty="0" smtClean="0"/>
              <a:t>Cha</a:t>
            </a:r>
            <a:r>
              <a:rPr lang="vi-VN" dirty="0"/>
              <a:t>, Con với Thánh Linh.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78233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smtClean="0"/>
              <a:t>Nguyên Ba Ngôi từ trước không thay dời, hôm nay và đến muôn đời, vô biên vô giới. A-men, A-men.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0714052"/>
      </p:ext>
    </p:extLst>
  </p:cSld>
  <p:clrMapOvr>
    <a:masterClrMapping/>
  </p:clrMapOvr>
</p:sld>
</file>

<file path=ppt/theme/theme1.xml><?xml version="1.0" encoding="utf-8"?>
<a:theme xmlns:a="http://schemas.openxmlformats.org/drawingml/2006/main" name="faithstocks-template-powerpoint-00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Presentation1" id="{F5C834B2-4A3E-49F7-9EB5-908E626B4A0E}" vid="{6886AF0C-C0C5-4004-8430-67B367CF969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faithstocks-template-powerpoint-001</Template>
  <TotalTime>0</TotalTime>
  <Words>34</Words>
  <Application>Microsoft Office PowerPoint</Application>
  <PresentationFormat>Custom</PresentationFormat>
  <Paragraphs>3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faithstocks-template-powerpoint-001</vt:lpstr>
      <vt:lpstr>Thánh Ca 24 TÔN VINH BA NGÔI ĐỨC CHÚA TRỜI</vt:lpstr>
      <vt:lpstr>Ôi, trong nhân gian, trên thiên đình hằng được tôn vinh duy Cha, Con với Thánh Linh. </vt:lpstr>
      <vt:lpstr>Nguyên Ba Ngôi từ trước không thay dời, hôm nay và đến muôn đời, vô biên vô giới. A-men, A-men.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Thánh Ca 24 Tôn Vinh Ba Ngôi Đức Chúa Trời</dc:title>
  <dc:creator>Phan Minh Vinh An; KIETTTSE62520</dc:creator>
  <cp:lastModifiedBy>KIETTTSE62520</cp:lastModifiedBy>
  <cp:revision>2</cp:revision>
  <dcterms:created xsi:type="dcterms:W3CDTF">2018-01-22T16:48:32Z</dcterms:created>
  <dcterms:modified xsi:type="dcterms:W3CDTF">2018-01-29T14:57:11Z</dcterms:modified>
</cp:coreProperties>
</file>