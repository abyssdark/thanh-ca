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94</a:t>
            </a:r>
          </a:p>
          <a:p>
            <a:r>
              <a:rPr lang="vi-VN" dirty="0" smtClean="0"/>
              <a:t>TÔI THẤY ĐẤNG TREO THÂN TRÊN THẬP TỰ</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Tôi thấy Đấng treo thân trên thập tự gần chết, huyết tươi tuôn đầy.</a:t>
            </a:r>
            <a:endParaRPr lang="en-US" dirty="0"/>
          </a:p>
        </p:txBody>
      </p:sp>
    </p:spTree>
    <p:extLst>
      <p:ext uri="{BB962C8B-B14F-4D97-AF65-F5344CB8AC3E}">
        <p14:creationId xmlns:p14="http://schemas.microsoft.com/office/powerpoint/2010/main" val="1743694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Ngài ngó tôi với cặp mắt mệt lử; đứng bên thập giá, tôi ngây.</a:t>
            </a:r>
            <a:endParaRPr lang="en-US" dirty="0"/>
          </a:p>
        </p:txBody>
      </p:sp>
    </p:spTree>
    <p:extLst>
      <p:ext uri="{BB962C8B-B14F-4D97-AF65-F5344CB8AC3E}">
        <p14:creationId xmlns:p14="http://schemas.microsoft.com/office/powerpoint/2010/main" val="2897662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Sự ngó ấy xui tâm tôi nghẹn đầy, đến chết cũng không quên đâu;</a:t>
            </a:r>
            <a:endParaRPr lang="en-US" dirty="0"/>
          </a:p>
        </p:txBody>
      </p:sp>
    </p:spTree>
    <p:extLst>
      <p:ext uri="{BB962C8B-B14F-4D97-AF65-F5344CB8AC3E}">
        <p14:creationId xmlns:p14="http://schemas.microsoft.com/office/powerpoint/2010/main" val="825210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Dường cáo tôi thủ phạm giết Ngài đấy, dẫu Christ nào nói nửa câu.</a:t>
            </a:r>
            <a:endParaRPr lang="en-US" dirty="0"/>
          </a:p>
        </p:txBody>
      </p:sp>
    </p:spTree>
    <p:extLst>
      <p:ext uri="{BB962C8B-B14F-4D97-AF65-F5344CB8AC3E}">
        <p14:creationId xmlns:p14="http://schemas.microsoft.com/office/powerpoint/2010/main" val="2831694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Chẳng biết nỗi chi xưa tôi làm vầy, dẫu khóc ích chi thân nầy;</a:t>
            </a:r>
            <a:endParaRPr lang="en-US" dirty="0"/>
          </a:p>
        </p:txBody>
      </p:sp>
    </p:spTree>
    <p:extLst>
      <p:ext uri="{BB962C8B-B14F-4D97-AF65-F5344CB8AC3E}">
        <p14:creationId xmlns:p14="http://schemas.microsoft.com/office/powerpoint/2010/main" val="3751749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Sợ khiếp tôi biết chạy trốn đâu đấy, bởi tôi từng giết Chúa đây.</a:t>
            </a:r>
            <a:endParaRPr lang="en-US" dirty="0"/>
          </a:p>
        </p:txBody>
      </p:sp>
    </p:spTree>
    <p:extLst>
      <p:ext uri="{BB962C8B-B14F-4D97-AF65-F5344CB8AC3E}">
        <p14:creationId xmlns:p14="http://schemas.microsoft.com/office/powerpoint/2010/main" val="2406038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Lần ngó thứ hai như tuyên lời vàng: “Ta thứ tha con nhưng không,</a:t>
            </a:r>
            <a:endParaRPr lang="en-US" dirty="0"/>
          </a:p>
        </p:txBody>
      </p:sp>
    </p:spTree>
    <p:extLst>
      <p:ext uri="{BB962C8B-B14F-4D97-AF65-F5344CB8AC3E}">
        <p14:creationId xmlns:p14="http://schemas.microsoft.com/office/powerpoint/2010/main" val="1848771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Vì cứu con sống, Ta chết nào quản, giá mua chuộc chính huyết hồng”.</a:t>
            </a:r>
            <a:endParaRPr lang="en-US" dirty="0"/>
          </a:p>
        </p:txBody>
      </p:sp>
    </p:spTree>
    <p:extLst>
      <p:ext uri="{BB962C8B-B14F-4D97-AF65-F5344CB8AC3E}">
        <p14:creationId xmlns:p14="http://schemas.microsoft.com/office/powerpoint/2010/main" val="644701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Vậy, chính chỗ đây bêu ra tội trọng, thật gớm ghê thay tâm tôi;</a:t>
            </a:r>
            <a:endParaRPr lang="en-US" dirty="0"/>
          </a:p>
        </p:txBody>
      </p:sp>
    </p:spTree>
    <p:extLst>
      <p:ext uri="{BB962C8B-B14F-4D97-AF65-F5344CB8AC3E}">
        <p14:creationId xmlns:p14="http://schemas.microsoft.com/office/powerpoint/2010/main" val="3732729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Mà cũng nơi ấn tha thứ Ngài đóng, ấy sâu nhiệm của ơn trời!</a:t>
            </a:r>
            <a:endParaRPr lang="en-US" dirty="0"/>
          </a:p>
        </p:txBody>
      </p:sp>
    </p:spTree>
    <p:extLst>
      <p:ext uri="{BB962C8B-B14F-4D97-AF65-F5344CB8AC3E}">
        <p14:creationId xmlns:p14="http://schemas.microsoft.com/office/powerpoint/2010/main" val="156815550"/>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TotalTime>
  <Words>185</Words>
  <Application>Microsoft Office PowerPoint</Application>
  <PresentationFormat>Custom</PresentationFormat>
  <Paragraphs>12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faithstocks-template-powerpoint-001</vt:lpstr>
      <vt:lpstr>Thánh Ca 94 TÔI THẤY ĐẤNG TREO THÂN TRÊN THẬP TỰ</vt:lpstr>
      <vt:lpstr>1. Tôi thấy Đấng treo thân trên thập tự gần chết, huyết tươi tuôn đầy.</vt:lpstr>
      <vt:lpstr>Ngài ngó tôi với cặp mắt mệt lử; đứng bên thập giá, tôi ngây.</vt:lpstr>
      <vt:lpstr>2. Sự ngó ấy xui tâm tôi nghẹn đầy, đến chết cũng không quên đâu;</vt:lpstr>
      <vt:lpstr>Dường cáo tôi thủ phạm giết Ngài đấy, dẫu Christ nào nói nửa câu.</vt:lpstr>
      <vt:lpstr>3. Chẳng biết nỗi chi xưa tôi làm vầy, dẫu khóc ích chi thân nầy;</vt:lpstr>
      <vt:lpstr>Sợ khiếp tôi biết chạy trốn đâu đấy, bởi tôi từng giết Chúa đây.</vt:lpstr>
      <vt:lpstr>4. Lần ngó thứ hai như tuyên lời vàng: “Ta thứ tha con nhưng không,</vt:lpstr>
      <vt:lpstr>Vì cứu con sống, Ta chết nào quản, giá mua chuộc chính huyết hồng”.</vt:lpstr>
      <vt:lpstr>5. Vậy, chính chỗ đây bêu ra tội trọng, thật gớm ghê thay tâm tôi;</vt:lpstr>
      <vt:lpstr>Mà cũng nơi ấn tha thứ Ngài đóng, ấy sâu nhiệm của ơn trời!</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094 - Tôi Thấy Đấng Treo Thân Trên Thập Tự   Thánh Ca 94 Tôi Thấy Đấng Treo Thân Trên Thập Tự  1. Tôi thấy Đấng treo thân trên thập tự gần chết, huyết tươi tuôn đầy.   Ngài ngó tôi với cặp mắt mệt lử; đứng bên thập giá, tôi ngây.  2. Sự ngó ấy xui  tâm tôi nghẹn đầy, đến chết cũng không quên đâu;   Dường cáo tôi  thủ phạm giết Ngài đấy, dẫu Christ nào nói nửa câu.  3. Chẳng biết nỗi chi xưa tôi làm vầy, dẫu khóc ích chi  thân nầy;   Sợ khiếp tôi biết  chạy trốn đâu đấy, bởi tôi từng giết Chúa đây.  Thánh Ca 94 Tôi Thấy Đấng Treo Thân Trên Thập Tự  4. Lần ngó thứ hai như tuyên lời vàng: “Ta thứ tha con nhưng không,   Vì cứu con sống, Ta chết nào quản, giá mua chuộc  chính huyết hồng”.  5. Vậy, chính chỗ đây bêu ra tội trọng, thật gớm ghê thay tâm tôi;   Mà cũng nơi ấn tha thứ Ngài đóng, ấy sâu nhiệm  của ơn trời!</dc:title>
  <dc:creator>Phan Minh Vinh An; An Phan</dc:creator>
  <cp:lastModifiedBy>An Phan</cp:lastModifiedBy>
  <cp:revision>2</cp:revision>
  <dcterms:created xsi:type="dcterms:W3CDTF">2018-01-22T14:09:41Z</dcterms:created>
  <dcterms:modified xsi:type="dcterms:W3CDTF">2018-01-22T14:10:46Z</dcterms:modified>
</cp:coreProperties>
</file>