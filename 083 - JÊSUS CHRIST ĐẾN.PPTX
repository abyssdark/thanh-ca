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63" r:id="rId4"/>
    <p:sldId id="262" r:id="rId5"/>
    <p:sldId id="259" r:id="rId6"/>
    <p:sldId id="260" r:id="rId7"/>
    <p:sldId id="261" r:id="rId8"/>
    <p:sldId id="264" r:id="rId9"/>
    <p:sldId id="266" r:id="rId10"/>
    <p:sldId id="265"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87" autoAdjust="0"/>
    <p:restoredTop sz="86369" autoAdjust="0"/>
  </p:normalViewPr>
  <p:slideViewPr>
    <p:cSldViewPr snapToGrid="0">
      <p:cViewPr varScale="1">
        <p:scale>
          <a:sx n="92" d="100"/>
          <a:sy n="92" d="100"/>
        </p:scale>
        <p:origin x="66" y="96"/>
      </p:cViewPr>
      <p:guideLst>
        <p:guide orient="horz" pos="2160"/>
        <p:guide pos="3840"/>
      </p:guideLst>
    </p:cSldViewPr>
  </p:slideViewPr>
  <p:outlineViewPr>
    <p:cViewPr>
      <p:scale>
        <a:sx n="66" d="100"/>
        <a:sy n="66"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Thánh Ca 83</a:t>
            </a:r>
          </a:p>
          <a:p>
            <a:r>
              <a:rPr lang="vi-VN"/>
              <a:t>JÊSUS CHRIST ĐẾN</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0608-FE9F-41FB-AD5E-F7E60ECFDC0D}"/>
              </a:ext>
            </a:extLst>
          </p:cNvPr>
          <p:cNvSpPr>
            <a:spLocks noGrp="1"/>
          </p:cNvSpPr>
          <p:nvPr>
            <p:ph type="title"/>
          </p:nvPr>
        </p:nvSpPr>
        <p:spPr/>
        <p:txBody>
          <a:bodyPr/>
          <a:lstStyle/>
          <a:p>
            <a:pPr marL="0" indent="0">
              <a:buNone/>
            </a:pPr>
            <a:r>
              <a:rPr lang="en-US"/>
              <a:t>1. </a:t>
            </a:r>
            <a:r>
              <a:rPr lang="vi-VN"/>
              <a:t>Xưa Jêsus hạ giáng cách an bình, trên thiên cung hỉ hân phục sự.</a:t>
            </a:r>
            <a:endParaRPr lang="en-US"/>
          </a:p>
        </p:txBody>
      </p:sp>
    </p:spTree>
    <p:extLst>
      <p:ext uri="{BB962C8B-B14F-4D97-AF65-F5344CB8AC3E}">
        <p14:creationId xmlns:p14="http://schemas.microsoft.com/office/powerpoint/2010/main" val="323884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FA0E-B9E1-482E-A584-718E2641E76E}"/>
              </a:ext>
            </a:extLst>
          </p:cNvPr>
          <p:cNvSpPr>
            <a:spLocks noGrp="1"/>
          </p:cNvSpPr>
          <p:nvPr>
            <p:ph type="title"/>
          </p:nvPr>
        </p:nvSpPr>
        <p:spPr/>
        <p:txBody>
          <a:bodyPr/>
          <a:lstStyle/>
          <a:p>
            <a:r>
              <a:rPr lang="vi-VN"/>
              <a:t>Ra đời khiêm nhường cốt cứu dân mình, Chúa phó thân chết trên thập tự.</a:t>
            </a:r>
            <a:endParaRPr lang="en-US"/>
          </a:p>
        </p:txBody>
      </p:sp>
    </p:spTree>
    <p:extLst>
      <p:ext uri="{BB962C8B-B14F-4D97-AF65-F5344CB8AC3E}">
        <p14:creationId xmlns:p14="http://schemas.microsoft.com/office/powerpoint/2010/main" val="3507114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4A17-3CB4-4E66-909F-8A24CCE5CD35}"/>
              </a:ext>
            </a:extLst>
          </p:cNvPr>
          <p:cNvSpPr>
            <a:spLocks noGrp="1"/>
          </p:cNvSpPr>
          <p:nvPr>
            <p:ph type="title"/>
          </p:nvPr>
        </p:nvSpPr>
        <p:spPr/>
        <p:txBody>
          <a:bodyPr/>
          <a:lstStyle/>
          <a:p>
            <a:r>
              <a:rPr lang="vi-VN"/>
              <a:t>Ha-lê-lu-gia! </a:t>
            </a:r>
            <a:br>
              <a:rPr lang="en-US"/>
            </a:br>
            <a:r>
              <a:rPr lang="vi-VN"/>
              <a:t>Ha-lê-lu-gia!</a:t>
            </a:r>
            <a:br>
              <a:rPr lang="en-US"/>
            </a:br>
            <a:r>
              <a:rPr lang="vi-VN"/>
              <a:t>Chúa đến tốn khiêm </a:t>
            </a:r>
            <a:br>
              <a:rPr lang="en-US"/>
            </a:br>
            <a:r>
              <a:rPr lang="vi-VN"/>
              <a:t>ai tày ư.</a:t>
            </a:r>
            <a:endParaRPr lang="en-US"/>
          </a:p>
        </p:txBody>
      </p:sp>
    </p:spTree>
    <p:extLst>
      <p:ext uri="{BB962C8B-B14F-4D97-AF65-F5344CB8AC3E}">
        <p14:creationId xmlns:p14="http://schemas.microsoft.com/office/powerpoint/2010/main" val="2922576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45C9-1882-4586-99A4-5411701BCECA}"/>
              </a:ext>
            </a:extLst>
          </p:cNvPr>
          <p:cNvSpPr>
            <a:spLocks noGrp="1"/>
          </p:cNvSpPr>
          <p:nvPr>
            <p:ph type="title"/>
          </p:nvPr>
        </p:nvSpPr>
        <p:spPr/>
        <p:txBody>
          <a:bodyPr/>
          <a:lstStyle/>
          <a:p>
            <a:pPr marL="0" indent="0">
              <a:buNone/>
            </a:pPr>
            <a:r>
              <a:rPr lang="vi-VN"/>
              <a:t>2. Nay Jêsus lại đến cách nhơn hiền, giữa lúc ta khổ ưu nghi ngờ; </a:t>
            </a:r>
            <a:endParaRPr lang="en-US"/>
          </a:p>
        </p:txBody>
      </p:sp>
    </p:spTree>
    <p:extLst>
      <p:ext uri="{BB962C8B-B14F-4D97-AF65-F5344CB8AC3E}">
        <p14:creationId xmlns:p14="http://schemas.microsoft.com/office/powerpoint/2010/main" val="1254916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DEA0-82EA-4A52-B3E4-C95E181A94DF}"/>
              </a:ext>
            </a:extLst>
          </p:cNvPr>
          <p:cNvSpPr>
            <a:spLocks noGrp="1"/>
          </p:cNvSpPr>
          <p:nvPr>
            <p:ph type="title"/>
          </p:nvPr>
        </p:nvSpPr>
        <p:spPr/>
        <p:txBody>
          <a:bodyPr/>
          <a:lstStyle/>
          <a:p>
            <a:pPr marL="0" indent="0">
              <a:buNone/>
            </a:pPr>
            <a:r>
              <a:rPr lang="vi-VN"/>
              <a:t>Lâm hạ đáp lời thiết tha tâm nguyền của dân Ngài bấy lâu mong chờ.</a:t>
            </a:r>
            <a:endParaRPr lang="en-US"/>
          </a:p>
        </p:txBody>
      </p:sp>
    </p:spTree>
    <p:extLst>
      <p:ext uri="{BB962C8B-B14F-4D97-AF65-F5344CB8AC3E}">
        <p14:creationId xmlns:p14="http://schemas.microsoft.com/office/powerpoint/2010/main" val="3500145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6E265-CEDC-4D7F-9A86-0C8AAD96291B}"/>
              </a:ext>
            </a:extLst>
          </p:cNvPr>
          <p:cNvSpPr>
            <a:spLocks noGrp="1"/>
          </p:cNvSpPr>
          <p:nvPr>
            <p:ph type="title"/>
          </p:nvPr>
        </p:nvSpPr>
        <p:spPr/>
        <p:txBody>
          <a:bodyPr/>
          <a:lstStyle/>
          <a:p>
            <a:pPr marL="0" indent="0">
              <a:buNone/>
            </a:pPr>
            <a:r>
              <a:rPr lang="vi-VN"/>
              <a:t>Ha-lê-lu-gia!</a:t>
            </a:r>
            <a:br>
              <a:rPr lang="en-US"/>
            </a:br>
            <a:r>
              <a:rPr lang="en-US"/>
              <a:t> </a:t>
            </a:r>
            <a:r>
              <a:rPr lang="vi-VN"/>
              <a:t>Ha-lê-lu-gia!</a:t>
            </a:r>
            <a:br>
              <a:rPr lang="en-US"/>
            </a:br>
            <a:r>
              <a:rPr lang="vi-VN"/>
              <a:t> Đến cứu ai tuyệt vọng cùng cơ.</a:t>
            </a:r>
            <a:endParaRPr lang="en-US"/>
          </a:p>
        </p:txBody>
      </p:sp>
    </p:spTree>
    <p:extLst>
      <p:ext uri="{BB962C8B-B14F-4D97-AF65-F5344CB8AC3E}">
        <p14:creationId xmlns:p14="http://schemas.microsoft.com/office/powerpoint/2010/main" val="4032618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FB69-6381-4AAE-89E1-0977C203A690}"/>
              </a:ext>
            </a:extLst>
          </p:cNvPr>
          <p:cNvSpPr>
            <a:spLocks noGrp="1"/>
          </p:cNvSpPr>
          <p:nvPr>
            <p:ph type="title"/>
          </p:nvPr>
        </p:nvSpPr>
        <p:spPr/>
        <p:txBody>
          <a:bodyPr/>
          <a:lstStyle/>
          <a:p>
            <a:pPr marL="0" indent="0">
              <a:buNone/>
            </a:pPr>
            <a:r>
              <a:rPr lang="vi-VN"/>
              <a:t>3. Jêsus đến làm thỏa tâm ưu sầu, với phước âm thứ tha tội tình. </a:t>
            </a:r>
            <a:endParaRPr lang="en-US"/>
          </a:p>
        </p:txBody>
      </p:sp>
    </p:spTree>
    <p:extLst>
      <p:ext uri="{BB962C8B-B14F-4D97-AF65-F5344CB8AC3E}">
        <p14:creationId xmlns:p14="http://schemas.microsoft.com/office/powerpoint/2010/main" val="3685171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E0066-3ED7-49F0-8E15-D103DDEE2FB7}"/>
              </a:ext>
            </a:extLst>
          </p:cNvPr>
          <p:cNvSpPr>
            <a:spLocks noGrp="1"/>
          </p:cNvSpPr>
          <p:nvPr>
            <p:ph type="title"/>
          </p:nvPr>
        </p:nvSpPr>
        <p:spPr/>
        <p:txBody>
          <a:bodyPr/>
          <a:lstStyle/>
          <a:p>
            <a:r>
              <a:rPr lang="vi-VN"/>
              <a:t>Jêsus đến đầy tiếng ca vui mừng, dắt dân được cứu lên thiên đình. </a:t>
            </a:r>
            <a:endParaRPr lang="en-US"/>
          </a:p>
        </p:txBody>
      </p:sp>
    </p:spTree>
    <p:extLst>
      <p:ext uri="{BB962C8B-B14F-4D97-AF65-F5344CB8AC3E}">
        <p14:creationId xmlns:p14="http://schemas.microsoft.com/office/powerpoint/2010/main" val="1584001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C71E4-998A-415E-B281-6E353FDDBC0D}"/>
              </a:ext>
            </a:extLst>
          </p:cNvPr>
          <p:cNvSpPr>
            <a:spLocks noGrp="1"/>
          </p:cNvSpPr>
          <p:nvPr>
            <p:ph type="title"/>
          </p:nvPr>
        </p:nvSpPr>
        <p:spPr/>
        <p:txBody>
          <a:bodyPr/>
          <a:lstStyle/>
          <a:p>
            <a:pPr marL="0" indent="0">
              <a:buNone/>
            </a:pPr>
            <a:r>
              <a:rPr lang="vi-VN"/>
              <a:t>Ha-lê-lu-gia!</a:t>
            </a:r>
            <a:br>
              <a:rPr lang="en-US"/>
            </a:br>
            <a:r>
              <a:rPr lang="vi-VN"/>
              <a:t> Ha-lê-lu-gia!</a:t>
            </a:r>
            <a:br>
              <a:rPr lang="en-US"/>
            </a:br>
            <a:r>
              <a:rPr lang="vi-VN"/>
              <a:t> Phá cửa tử vong, </a:t>
            </a:r>
            <a:br>
              <a:rPr lang="en-US"/>
            </a:br>
            <a:r>
              <a:rPr lang="vi-VN"/>
              <a:t>xua tà linh.</a:t>
            </a:r>
            <a:endParaRPr lang="en-US"/>
          </a:p>
        </p:txBody>
      </p:sp>
    </p:spTree>
    <p:extLst>
      <p:ext uri="{BB962C8B-B14F-4D97-AF65-F5344CB8AC3E}">
        <p14:creationId xmlns:p14="http://schemas.microsoft.com/office/powerpoint/2010/main" val="384182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6C663-6D98-4293-B251-4B8DADC90CC0}"/>
              </a:ext>
            </a:extLst>
          </p:cNvPr>
          <p:cNvSpPr>
            <a:spLocks noGrp="1"/>
          </p:cNvSpPr>
          <p:nvPr>
            <p:ph type="title"/>
          </p:nvPr>
        </p:nvSpPr>
        <p:spPr/>
        <p:txBody>
          <a:bodyPr/>
          <a:lstStyle/>
          <a:p>
            <a:pPr marL="0" indent="0">
              <a:buNone/>
            </a:pPr>
            <a:r>
              <a:rPr lang="vi-VN"/>
              <a:t>4. Jêsus đến hồi phước hay khi họa, để xẻ chia khổ vui mọi đường.</a:t>
            </a:r>
            <a:endParaRPr lang="en-US"/>
          </a:p>
        </p:txBody>
      </p:sp>
    </p:spTree>
    <p:extLst>
      <p:ext uri="{BB962C8B-B14F-4D97-AF65-F5344CB8AC3E}">
        <p14:creationId xmlns:p14="http://schemas.microsoft.com/office/powerpoint/2010/main" val="2558303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268FE-14B3-43CE-A8BC-914C1DE9D60C}"/>
              </a:ext>
            </a:extLst>
          </p:cNvPr>
          <p:cNvSpPr>
            <a:spLocks noGrp="1"/>
          </p:cNvSpPr>
          <p:nvPr>
            <p:ph type="title"/>
          </p:nvPr>
        </p:nvSpPr>
        <p:spPr/>
        <p:txBody>
          <a:bodyPr/>
          <a:lstStyle/>
          <a:p>
            <a:pPr marL="0" indent="0">
              <a:buNone/>
            </a:pPr>
            <a:r>
              <a:rPr lang="vi-VN"/>
              <a:t>Jêsus đến dầu cảnh trái hay thuận, ủy an lòng khổ, lau lụy hường. </a:t>
            </a:r>
            <a:endParaRPr lang="en-US"/>
          </a:p>
        </p:txBody>
      </p:sp>
    </p:spTree>
    <p:extLst>
      <p:ext uri="{BB962C8B-B14F-4D97-AF65-F5344CB8AC3E}">
        <p14:creationId xmlns:p14="http://schemas.microsoft.com/office/powerpoint/2010/main" val="1223178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0F2A1-D4CE-4D77-B5CD-C4CA41F2F643}"/>
              </a:ext>
            </a:extLst>
          </p:cNvPr>
          <p:cNvSpPr>
            <a:spLocks noGrp="1"/>
          </p:cNvSpPr>
          <p:nvPr>
            <p:ph type="title"/>
          </p:nvPr>
        </p:nvSpPr>
        <p:spPr/>
        <p:txBody>
          <a:bodyPr/>
          <a:lstStyle/>
          <a:p>
            <a:pPr marL="0" indent="0">
              <a:buNone/>
            </a:pPr>
            <a:r>
              <a:rPr lang="vi-VN"/>
              <a:t>Ha-lê-lu-gia!</a:t>
            </a:r>
            <a:br>
              <a:rPr lang="en-US"/>
            </a:br>
            <a:r>
              <a:rPr lang="vi-VN"/>
              <a:t> Ha-lê-lu-gia!</a:t>
            </a:r>
            <a:br>
              <a:rPr lang="en-US"/>
            </a:br>
            <a:r>
              <a:rPr lang="en-US"/>
              <a:t> </a:t>
            </a:r>
            <a:r>
              <a:rPr lang="vi-VN"/>
              <a:t>Dẫu đến tuổi cao, luôn kiện khương.</a:t>
            </a:r>
            <a:endParaRPr lang="en-US"/>
          </a:p>
        </p:txBody>
      </p:sp>
    </p:spTree>
    <p:extLst>
      <p:ext uri="{BB962C8B-B14F-4D97-AF65-F5344CB8AC3E}">
        <p14:creationId xmlns:p14="http://schemas.microsoft.com/office/powerpoint/2010/main" val="27820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E0395-3557-44E7-A882-C617C21DF778}"/>
              </a:ext>
            </a:extLst>
          </p:cNvPr>
          <p:cNvSpPr>
            <a:spLocks noGrp="1"/>
          </p:cNvSpPr>
          <p:nvPr>
            <p:ph type="title"/>
          </p:nvPr>
        </p:nvSpPr>
        <p:spPr/>
        <p:txBody>
          <a:bodyPr/>
          <a:lstStyle/>
          <a:p>
            <a:pPr marL="0" indent="0">
              <a:buNone/>
            </a:pPr>
            <a:r>
              <a:rPr lang="vi-VN"/>
              <a:t>5. Khi trời qua dường cuốn sách lăn tròn, Chúa tái lâm khải ca oai hùng.</a:t>
            </a:r>
            <a:endParaRPr lang="en-US"/>
          </a:p>
        </p:txBody>
      </p:sp>
    </p:spTree>
    <p:extLst>
      <p:ext uri="{BB962C8B-B14F-4D97-AF65-F5344CB8AC3E}">
        <p14:creationId xmlns:p14="http://schemas.microsoft.com/office/powerpoint/2010/main" val="13840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7BAC-0012-4F6B-A8DE-78C05369969C}"/>
              </a:ext>
            </a:extLst>
          </p:cNvPr>
          <p:cNvSpPr>
            <a:spLocks noGrp="1"/>
          </p:cNvSpPr>
          <p:nvPr>
            <p:ph type="title"/>
          </p:nvPr>
        </p:nvSpPr>
        <p:spPr/>
        <p:txBody>
          <a:bodyPr/>
          <a:lstStyle/>
          <a:p>
            <a:pPr marL="0" indent="0">
              <a:buNone/>
            </a:pPr>
            <a:r>
              <a:rPr lang="vi-VN"/>
              <a:t>Dung mạo tươi đẹp, hiển vinh vô cùng,</a:t>
            </a:r>
            <a:r>
              <a:rPr lang="en-US" baseline="0"/>
              <a:t> </a:t>
            </a:r>
            <a:r>
              <a:rPr lang="vi-VN"/>
              <a:t>rất đáng cho chúng ta tôn sùng.</a:t>
            </a:r>
            <a:endParaRPr lang="en-US"/>
          </a:p>
        </p:txBody>
      </p:sp>
    </p:spTree>
    <p:extLst>
      <p:ext uri="{BB962C8B-B14F-4D97-AF65-F5344CB8AC3E}">
        <p14:creationId xmlns:p14="http://schemas.microsoft.com/office/powerpoint/2010/main" val="838995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3084-3F9D-45C4-B3E0-86543DD6A34F}"/>
              </a:ext>
            </a:extLst>
          </p:cNvPr>
          <p:cNvSpPr>
            <a:spLocks noGrp="1"/>
          </p:cNvSpPr>
          <p:nvPr>
            <p:ph type="title"/>
          </p:nvPr>
        </p:nvSpPr>
        <p:spPr/>
        <p:txBody>
          <a:bodyPr/>
          <a:lstStyle/>
          <a:p>
            <a:pPr marL="0" indent="0">
              <a:buNone/>
            </a:pPr>
            <a:r>
              <a:rPr lang="vi-VN"/>
              <a:t>Ha-lê-lu-gia!</a:t>
            </a:r>
            <a:br>
              <a:rPr lang="en-US"/>
            </a:br>
            <a:r>
              <a:rPr lang="vi-VN"/>
              <a:t> Hát hát không ngừng, đến buổi sớm mai vô </a:t>
            </a:r>
            <a:br>
              <a:rPr lang="en-US"/>
            </a:br>
            <a:r>
              <a:rPr lang="vi-VN"/>
              <a:t>tận chung.</a:t>
            </a:r>
            <a:endParaRPr lang="en-US"/>
          </a:p>
        </p:txBody>
      </p:sp>
    </p:spTree>
    <p:extLst>
      <p:ext uri="{BB962C8B-B14F-4D97-AF65-F5344CB8AC3E}">
        <p14:creationId xmlns:p14="http://schemas.microsoft.com/office/powerpoint/2010/main" val="993677162"/>
      </p:ext>
    </p:extLst>
  </p:cSld>
  <p:clrMapOvr>
    <a:masterClrMapping/>
  </p:clrMapOvr>
</p:sld>
</file>

<file path=ppt/theme/theme1.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5</TotalTime>
  <Words>191</Words>
  <Application>Microsoft Office PowerPoint</Application>
  <PresentationFormat>Widescreen</PresentationFormat>
  <Paragraphs>17</Paragraphs>
  <Slides>16</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Presentation1</vt:lpstr>
      <vt:lpstr>Thánh Ca 83 JÊSUS CHRIST ĐẾN</vt:lpstr>
      <vt:lpstr>1. Xưa Jêsus hạ giáng cách an bình, trên thiên cung hỉ hân phục sự.</vt:lpstr>
      <vt:lpstr>Ra đời khiêm nhường cốt cứu dân mình, Chúa phó thân chết trên thập tự.</vt:lpstr>
      <vt:lpstr>Ha-lê-lu-gia!  Ha-lê-lu-gia! Chúa đến tốn khiêm  ai tày ư.</vt:lpstr>
      <vt:lpstr>2. Nay Jêsus lại đến cách nhơn hiền, giữa lúc ta khổ ưu nghi ngờ; </vt:lpstr>
      <vt:lpstr>Lâm hạ đáp lời thiết tha tâm nguyền của dân Ngài bấy lâu mong chờ.</vt:lpstr>
      <vt:lpstr>Ha-lê-lu-gia!  Ha-lê-lu-gia!  Đến cứu ai tuyệt vọng cùng cơ.</vt:lpstr>
      <vt:lpstr>3. Jêsus đến làm thỏa tâm ưu sầu, với phước âm thứ tha tội tình. </vt:lpstr>
      <vt:lpstr>Jêsus đến đầy tiếng ca vui mừng, dắt dân được cứu lên thiên đình. </vt:lpstr>
      <vt:lpstr>Ha-lê-lu-gia!  Ha-lê-lu-gia!  Phá cửa tử vong,  xua tà linh.</vt:lpstr>
      <vt:lpstr>4. Jêsus đến hồi phước hay khi họa, để xẻ chia khổ vui mọi đường.</vt:lpstr>
      <vt:lpstr>Jêsus đến dầu cảnh trái hay thuận, ủy an lòng khổ, lau lụy hường. </vt:lpstr>
      <vt:lpstr>Ha-lê-lu-gia!  Ha-lê-lu-gia!  Dẫu đến tuổi cao, luôn kiện khương.</vt:lpstr>
      <vt:lpstr>5. Khi trời qua dường cuốn sách lăn tròn, Chúa tái lâm khải ca oai hùng.</vt:lpstr>
      <vt:lpstr>Dung mạo tươi đẹp, hiển vinh vô cùng, rất đáng cho chúng ta tôn sùng.</vt:lpstr>
      <vt:lpstr>Ha-lê-lu-gia!  Hát hát không ngừng, đến buổi sớm mai vô  tận chung.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083 - Jêsus Christ Đến   Thánh Ca 83 Jêsus Christ Đến  1. Xưa Jêsus hạ giáng cách an bình, trên thiên cung hỉ hân phục sự. Ra đời khiêm nhường cốt cứu dân mình,   Chúa phó thân chết trên thập tự. Ha-lê-lu-gia! Ha-lê-lu-gia!  Chúa đến tốn khiêm ai tày ư.  2. Nay Jêsus lại đến cách nhơn hiền, giữa lúc ta khổ ưu nghi ngờ;   Lâm hạ đáp lời thiết tha tâm nguyền của dân Ngài bấy lâu mong chờ.   Ha-lê-lu-gia!  Ha-lê-lu-gia!  Đến cứu ai  tuyệt vọng cùng cơ.  3. Jêsus đến làm thỏa tâm ưu sầu, với phước âm thứ tha tội tình. Jêsus đến đầy tiếng ca vui mừng,   dắt dân được cứu lên thiên đình. Ha-lê-lu-gia!  Ha-lê-lu-gia! Phá cửa tử vong, xua tà linh.  Thánh Ca 83 Jêsus Christ Đến  4. Jêsus đến hồi phước hay khi họa, để xẻ chia khổ vui mọi đường. Jêsus đến dầu cảnh trái hay thuận,   ủy an lòng khổ, lau lụy hường. Ha-lê-lu-gia!  Ha-lê-lu-gia!  Dẫu đến tuổi cao, luôn kiện khương.  5. Khi trời qua dường cuốn sách lăn tròn, Chúa tái lâm khải ca oai hùng. Dung mạo tươi đẹp, hiển vinh vô cùng,   rất đáng cho chúng ta tôn sùng. Ha-lê-lu-gia!  Hát hát không ngừng, đến buổi sớm mai vô tận chung.</dc:title>
  <dc:creator>Phan Minh Vinh An; Hiro</dc:creator>
  <cp:lastModifiedBy>Hiro</cp:lastModifiedBy>
  <cp:revision>2</cp:revision>
  <dcterms:created xsi:type="dcterms:W3CDTF">2018-01-22T08:14:10Z</dcterms:created>
  <dcterms:modified xsi:type="dcterms:W3CDTF">2018-01-22T08:20:01Z</dcterms:modified>
</cp:coreProperties>
</file>