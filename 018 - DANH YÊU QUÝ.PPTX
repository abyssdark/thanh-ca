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1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59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84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097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53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395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288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080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330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8303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897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214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702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43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18</a:t>
            </a:r>
            <a:br>
              <a:rPr lang="en-US" dirty="0"/>
            </a:br>
            <a:r>
              <a:rPr lang="en-US" dirty="0"/>
              <a:t>DANH YÊU QUÝ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Nầy </a:t>
            </a:r>
            <a:r>
              <a:rPr lang="vi-VN" dirty="0"/>
              <a:t>danh yêu quý,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thật dịu êm,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Tột trời, thông đất,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vượt cổ kim;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93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Mệnh danh cho trước khi được hoài thai,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có một không hai.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2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rất thích hát xướng danh Jêsus, Danh đáng chúc tôn, danh muôn thu;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33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xưa nay chẳng danh nào đẹp hay Cho bằng danh báu Jêsus đây.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29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Hồi treo thân Chúa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trên thập tự kia,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Họ đề "Vua Jêsus" để bia,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45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Hầu muôn dân thấy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cho họ đều hay,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Ngọn nguồn ta ái mộ Christ đây.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41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rất thích hát xướng danh Jêsus, Danh đáng chúc tôn, danh muôn thu;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29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xưa nay chẳng danh nào đẹp hay Cho bằng danh báu Jêsus đây.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837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Hiện nay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đang ngồi cạnh Cha,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Ðời đời cai quản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hoàn vũ ta,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103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Tội khiên dung xá,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tật bệnh trừ xa,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Do quyền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Jêsus là Chúa ta.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4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rất thích hát xướng danh Jêsus, Danh đáng chúc tôn, danh muôn thu;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269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xưa nay chẳng danh nào đẹp hay Cho bằng danh báu Jêsus đây.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26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Ồ danh tôn quý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duy một Jêsus,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ban mọi ơn cứu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thật phỉ phu;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420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hôm qua, bữa nay, ngàn đời sau, 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Danh Jêsus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chẳng thay đổi đâu.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938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Ta rất thích hát xướng danh Jêsus, Danh đáng chúc tôn, danh muôn thu;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590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Từ xưa nay chẳng danh nào đẹp hay Cho bằng danh báu Jêsus đây.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424829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7</TotalTime>
  <Words>184</Words>
  <Application>Microsoft Office PowerPoint</Application>
  <PresentationFormat>Widescreen</PresentationFormat>
  <Paragraphs>17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faithstocks-template-powerpoint-001</vt:lpstr>
      <vt:lpstr>Presentation1</vt:lpstr>
      <vt:lpstr>Thánh Ca 18 DANH YÊU QUÝ</vt:lpstr>
      <vt:lpstr>1. Nầy danh yêu quý, danh thật dịu êm, Tột trời, thông đất, vượt cổ kim; </vt:lpstr>
      <vt:lpstr>Mệnh danh cho trước khi được hoài thai, Danh Jêsus có một không hai. </vt:lpstr>
      <vt:lpstr>Ta rất thích hát xướng danh Jêsus, Danh đáng chúc tôn, danh muôn thu; </vt:lpstr>
      <vt:lpstr>Từ xưa nay chẳng danh nào đẹp hay Cho bằng danh báu Jêsus đây. </vt:lpstr>
      <vt:lpstr>2. Hồi treo thân Chúa trên thập tự kia, Họ đề "Vua Jêsus" để bia, </vt:lpstr>
      <vt:lpstr>Hầu muôn dân thấy cho họ đều hay, Ngọn nguồn ta ái mộ Christ đây. </vt:lpstr>
      <vt:lpstr>Ta rất thích hát xướng danh Jêsus, Danh đáng chúc tôn, danh muôn thu; </vt:lpstr>
      <vt:lpstr>Từ xưa nay chẳng danh nào đẹp hay Cho bằng danh báu Jêsus đây. </vt:lpstr>
      <vt:lpstr>3. Hiện nay Jêsus đang ngồi cạnh Cha, Ðời đời cai quản hoàn vũ ta, </vt:lpstr>
      <vt:lpstr>Tội khiên dung xá, tật bệnh trừ xa, Do quyền Jêsus là Chúa ta. </vt:lpstr>
      <vt:lpstr>Ta rất thích hát xướng danh Jêsus, Danh đáng chúc tôn, danh muôn thu; </vt:lpstr>
      <vt:lpstr>Từ xưa nay chẳng danh nào đẹp hay Cho bằng danh báu Jêsus đây. </vt:lpstr>
      <vt:lpstr>4. Ồ danh tôn quý duy một Jêsus, ban mọi ơn cứu thật phỉ phu; </vt:lpstr>
      <vt:lpstr>Từ hôm qua, bữa nay, ngàn đời sau,  Danh Jêsus chẳng thay đổi đâu.</vt:lpstr>
      <vt:lpstr>Ta rất thích hát xướng danh Jêsus, Danh đáng chúc tôn, danh muôn thu; </vt:lpstr>
      <vt:lpstr>Từ xưa nay chẳng danh nào đẹp hay Cho bằng danh báu Jêsus đây.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Thánh Ca 18 Danh Yêu Quý</dc:title>
  <dc:creator>Phan Minh Vinh An; KIETTTSE62520</dc:creator>
  <cp:lastModifiedBy>An Phan</cp:lastModifiedBy>
  <cp:revision>5</cp:revision>
  <dcterms:created xsi:type="dcterms:W3CDTF">2018-01-22T16:25:38Z</dcterms:created>
  <dcterms:modified xsi:type="dcterms:W3CDTF">2018-11-08T04:12:08Z</dcterms:modified>
</cp:coreProperties>
</file>