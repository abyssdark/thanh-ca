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59" autoAdjust="0"/>
    <p:restoredTop sz="86477" autoAdjust="0"/>
  </p:normalViewPr>
  <p:slideViewPr>
    <p:cSldViewPr snapToGrid="0">
      <p:cViewPr varScale="1">
        <p:scale>
          <a:sx n="59" d="100"/>
          <a:sy n="59" d="100"/>
        </p:scale>
        <p:origin x="-258" y="-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Thánh</a:t>
            </a:r>
            <a:r>
              <a:rPr lang="en-US" dirty="0" smtClean="0"/>
              <a:t> </a:t>
            </a:r>
            <a:r>
              <a:rPr lang="en-US" dirty="0" err="1"/>
              <a:t>Ca</a:t>
            </a:r>
            <a:r>
              <a:rPr lang="en-US" dirty="0"/>
              <a:t> 58</a:t>
            </a:r>
            <a:br>
              <a:rPr lang="en-US" dirty="0"/>
            </a:br>
            <a:r>
              <a:rPr lang="en-US" dirty="0" smtClean="0"/>
              <a:t>NẰM YÊN </a:t>
            </a:r>
            <a:br>
              <a:rPr lang="en-US" dirty="0" smtClean="0"/>
            </a:br>
            <a:r>
              <a:rPr lang="en-US" dirty="0" smtClean="0"/>
              <a:t>TRONG MÁNG CHIÊN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716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vi-VN" dirty="0" smtClean="0"/>
              <a:t>Nằm yên trong máng chiên kia nào được nôi, nệm, giường, Đầu kê rơm khô thế gối, Ấu Chúa trông hiền lương,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395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Kìa bao tinh tú trên cao đều nhìn xuống nơi nầy, Hài nhi Jêsus an giấc, thánh nhan hồn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nhiên thay!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41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Bầy chiên kia bỗng be be, chọc thức giấc Anh Hài, Jêsus không tiếng oe oe nằm tự nhiên khoan khoái,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225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Chúa ôi con yêu Ngài nhiều, nguyền nhìn xuống từ trời, Lại bên nôi ru con ngủ, Cứu Chúa Jêsus ôi!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046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2. Cầu Jêsus ở bên con, hằng ngự trong lòng nầy, Nguyện yêu thương con mãi mãi, đáp tiếng kêu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cầu đây;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62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Bầy con thơ cúi xin ơn Ngài âu yếm hộ trì, Và đem lên trên thiên quốc hưởng phước hạnh trường hi;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942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Nằm yên trong máng chiên kia nào có nôi nệm giường, Đầu kê rơm, dáng thơ ngây Hài Nhi trông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vui sướng;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995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Các sao long lanh vằng vặc dòm vào máng hèn nầy, Hài Nhi Jêsus an giấc, thánh thể hồn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nhiên thay!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495924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3</TotalTime>
  <Words>193</Words>
  <Application>Microsoft Office PowerPoint</Application>
  <PresentationFormat>Custom</PresentationFormat>
  <Paragraphs>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faithstocks-template-powerpoint-001</vt:lpstr>
      <vt:lpstr>Thánh Ca 58 NẰM YÊN  TRONG MÁNG CHIÊN</vt:lpstr>
      <vt:lpstr>1. Nằm yên trong máng chiên kia nào được nôi, nệm, giường, Đầu kê rơm khô thế gối, Ấu Chúa trông hiền lương, </vt:lpstr>
      <vt:lpstr>Kìa bao tinh tú trên cao đều nhìn xuống nơi nầy, Hài nhi Jêsus an giấc, thánh nhan hồn  nhiên thay! </vt:lpstr>
      <vt:lpstr>Bầy chiên kia bỗng be be, chọc thức giấc Anh Hài, Jêsus không tiếng oe oe nằm tự nhiên khoan khoái, </vt:lpstr>
      <vt:lpstr>Chúa ôi con yêu Ngài nhiều, nguyền nhìn xuống từ trời, Lại bên nôi ru con ngủ, Cứu Chúa Jêsus ôi!</vt:lpstr>
      <vt:lpstr>2. Cầu Jêsus ở bên con, hằng ngự trong lòng nầy, Nguyện yêu thương con mãi mãi, đáp tiếng kêu  cầu đây; </vt:lpstr>
      <vt:lpstr>Bầy con thơ cúi xin ơn Ngài âu yếm hộ trì, Và đem lên trên thiên quốc hưởng phước hạnh trường hi; </vt:lpstr>
      <vt:lpstr>Nằm yên trong máng chiên kia nào có nôi nệm giường, Đầu kê rơm, dáng thơ ngây Hài Nhi trông  vui sướng; </vt:lpstr>
      <vt:lpstr>Các sao long lanh vằng vặc dòm vào máng hèn nầy, Hài Nhi Jêsus an giấc, thánh thể hồn  nhiên thay!</vt:lpstr>
    </vt:vector>
  </TitlesOfParts>
  <Company>ASI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58 NẰM YÊN  TRONG MÁNG CHIÊN</dc:title>
  <dc:creator>Phan Minh Vinh An; An Phan</dc:creator>
  <cp:lastModifiedBy>An Phan</cp:lastModifiedBy>
  <cp:revision>1</cp:revision>
  <dcterms:created xsi:type="dcterms:W3CDTF">2018-01-21T12:45:20Z</dcterms:created>
  <dcterms:modified xsi:type="dcterms:W3CDTF">2018-01-21T12:49:11Z</dcterms:modified>
</cp:coreProperties>
</file>