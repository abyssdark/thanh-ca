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72" r:id="rId4"/>
    <p:sldId id="258" r:id="rId5"/>
    <p:sldId id="259" r:id="rId6"/>
    <p:sldId id="260" r:id="rId7"/>
    <p:sldId id="261" r:id="rId8"/>
    <p:sldId id="262" r:id="rId9"/>
    <p:sldId id="267" r:id="rId10"/>
    <p:sldId id="263" r:id="rId11"/>
    <p:sldId id="268" r:id="rId12"/>
    <p:sldId id="264" r:id="rId13"/>
    <p:sldId id="269" r:id="rId14"/>
    <p:sldId id="265" r:id="rId15"/>
    <p:sldId id="270" r:id="rId16"/>
    <p:sldId id="266" r:id="rId17"/>
    <p:sldId id="2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59" autoAdjust="0"/>
    <p:restoredTop sz="86477" autoAdjust="0"/>
  </p:normalViewPr>
  <p:slideViewPr>
    <p:cSldViewPr snapToGrid="0">
      <p:cViewPr varScale="1">
        <p:scale>
          <a:sx n="99" d="100"/>
          <a:sy n="99" d="100"/>
        </p:scale>
        <p:origin x="234" y="78"/>
      </p:cViewPr>
      <p:guideLst>
        <p:guide orient="horz" pos="2160"/>
        <p:guide pos="3840"/>
      </p:guideLst>
    </p:cSldViewPr>
  </p:slideViewPr>
  <p:outlineViewPr>
    <p:cViewPr>
      <p:scale>
        <a:sx n="33" d="100"/>
        <a:sy n="33" d="100"/>
      </p:scale>
      <p:origin x="48" y="112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Thánh Ca 96</a:t>
            </a:r>
          </a:p>
          <a:p>
            <a:r>
              <a:rPr lang="vi-VN" dirty="0"/>
              <a:t>GHẾT-SÊ-MA-NÊ</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en-US" dirty="0"/>
              <a:t>1. </a:t>
            </a:r>
            <a:r>
              <a:rPr lang="vi-VN" dirty="0"/>
              <a:t>Ghết-sê-ma-nê</a:t>
            </a:r>
            <a:r>
              <a:rPr lang="vi-VN"/>
              <a:t>, </a:t>
            </a:r>
            <a:br>
              <a:rPr lang="en-US"/>
            </a:br>
            <a:r>
              <a:rPr lang="vi-VN"/>
              <a:t>tối </a:t>
            </a:r>
            <a:r>
              <a:rPr lang="vi-VN" dirty="0"/>
              <a:t>ấy ai bi</a:t>
            </a:r>
            <a:r>
              <a:rPr lang="vi-VN"/>
              <a:t>, </a:t>
            </a:r>
            <a:br>
              <a:rPr lang="en-US"/>
            </a:br>
            <a:r>
              <a:rPr lang="vi-VN"/>
              <a:t>ký </a:t>
            </a:r>
            <a:r>
              <a:rPr lang="vi-VN" dirty="0"/>
              <a:t>ức tôi hằng nhớ ghi</a:t>
            </a:r>
            <a:r>
              <a:rPr lang="vi-VN"/>
              <a:t>,</a:t>
            </a:r>
            <a:r>
              <a:rPr lang="en-US" baseline="0"/>
              <a:t> </a:t>
            </a:r>
            <a:endParaRPr lang="en-US" dirty="0"/>
          </a:p>
        </p:txBody>
      </p:sp>
    </p:spTree>
    <p:extLst>
      <p:ext uri="{BB962C8B-B14F-4D97-AF65-F5344CB8AC3E}">
        <p14:creationId xmlns:p14="http://schemas.microsoft.com/office/powerpoint/2010/main" val="2389512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a:t>Mồ </a:t>
            </a:r>
            <a:r>
              <a:rPr lang="vi-VN" dirty="0"/>
              <a:t>hôi pha huyết</a:t>
            </a:r>
            <a:r>
              <a:rPr lang="vi-VN"/>
              <a:t>, </a:t>
            </a:r>
            <a:br>
              <a:rPr lang="en-US"/>
            </a:br>
            <a:r>
              <a:rPr lang="vi-VN"/>
              <a:t>chiến </a:t>
            </a:r>
            <a:r>
              <a:rPr lang="vi-VN" dirty="0"/>
              <a:t>đấu cô đơn</a:t>
            </a:r>
            <a:r>
              <a:rPr lang="vi-VN"/>
              <a:t>. </a:t>
            </a:r>
            <a:br>
              <a:rPr lang="en-US"/>
            </a:br>
            <a:r>
              <a:rPr lang="vi-VN"/>
              <a:t>Cứu </a:t>
            </a:r>
            <a:r>
              <a:rPr lang="vi-VN" dirty="0"/>
              <a:t>Chúa quyết không nao sờn.</a:t>
            </a:r>
            <a:endParaRPr lang="en-US" dirty="0"/>
          </a:p>
        </p:txBody>
      </p:sp>
    </p:spTree>
    <p:extLst>
      <p:ext uri="{BB962C8B-B14F-4D97-AF65-F5344CB8AC3E}">
        <p14:creationId xmlns:p14="http://schemas.microsoft.com/office/powerpoint/2010/main" val="1331435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Ghết-sê-ma-nê! </a:t>
            </a:r>
            <a:br>
              <a:rPr lang="en-US" dirty="0"/>
            </a:br>
            <a:r>
              <a:rPr lang="vi-VN" dirty="0"/>
              <a:t>Ghết-sê-ma-nê! </a:t>
            </a:r>
            <a:br>
              <a:rPr lang="en-US" dirty="0"/>
            </a:br>
            <a:r>
              <a:rPr lang="vi-VN" dirty="0"/>
              <a:t>Ký ức tôi hằng nhớ ghi,</a:t>
            </a:r>
            <a:endParaRPr lang="en-US" dirty="0"/>
          </a:p>
        </p:txBody>
      </p:sp>
    </p:spTree>
    <p:extLst>
      <p:ext uri="{BB962C8B-B14F-4D97-AF65-F5344CB8AC3E}">
        <p14:creationId xmlns:p14="http://schemas.microsoft.com/office/powerpoint/2010/main" val="627168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
            </a:r>
            <a:r>
              <a:rPr lang="vi-VN" dirty="0"/>
              <a:t>hìn xem Chân Chúa giữa lúc đêm sâu, cúi xuống thiết tha kêu cầu.</a:t>
            </a:r>
            <a:endParaRPr lang="en-US" dirty="0"/>
          </a:p>
        </p:txBody>
      </p:sp>
    </p:spTree>
    <p:extLst>
      <p:ext uri="{BB962C8B-B14F-4D97-AF65-F5344CB8AC3E}">
        <p14:creationId xmlns:p14="http://schemas.microsoft.com/office/powerpoint/2010/main" val="6305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2. Giữa lúc thâm nghiêm, cảnh vắng đêm sâu</a:t>
            </a:r>
            <a:r>
              <a:rPr lang="vi-VN"/>
              <a:t>, </a:t>
            </a:r>
            <a:br>
              <a:rPr lang="en-US"/>
            </a:br>
            <a:r>
              <a:rPr lang="vi-VN"/>
              <a:t>bỗng </a:t>
            </a:r>
            <a:r>
              <a:rPr lang="vi-VN" dirty="0"/>
              <a:t>trí tôi </a:t>
            </a:r>
            <a:r>
              <a:rPr lang="vi-VN"/>
              <a:t>nhìn </a:t>
            </a:r>
            <a:br>
              <a:rPr lang="en-US"/>
            </a:br>
            <a:r>
              <a:rPr lang="vi-VN"/>
              <a:t>những </a:t>
            </a:r>
            <a:r>
              <a:rPr lang="vi-VN" dirty="0"/>
              <a:t>đâu,</a:t>
            </a:r>
            <a:endParaRPr lang="en-US" dirty="0"/>
          </a:p>
        </p:txBody>
      </p:sp>
    </p:spTree>
    <p:extLst>
      <p:ext uri="{BB962C8B-B14F-4D97-AF65-F5344CB8AC3E}">
        <p14:creationId xmlns:p14="http://schemas.microsoft.com/office/powerpoint/2010/main" val="912734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t>
            </a:r>
            <a:r>
              <a:rPr lang="vi-VN" dirty="0"/>
              <a:t>ì tội tôi </a:t>
            </a:r>
            <a:r>
              <a:rPr lang="vi-VN"/>
              <a:t>khiến </a:t>
            </a:r>
            <a:br>
              <a:rPr lang="en-US"/>
            </a:br>
            <a:r>
              <a:rPr lang="vi-VN"/>
              <a:t>Cứu </a:t>
            </a:r>
            <a:r>
              <a:rPr lang="vi-VN" dirty="0"/>
              <a:t>Chúa đê mê</a:t>
            </a:r>
            <a:r>
              <a:rPr lang="vi-VN"/>
              <a:t>, </a:t>
            </a:r>
            <a:br>
              <a:rPr lang="en-US"/>
            </a:br>
            <a:r>
              <a:rPr lang="vi-VN"/>
              <a:t>gánh </a:t>
            </a:r>
            <a:r>
              <a:rPr lang="vi-VN" dirty="0"/>
              <a:t>vác biết </a:t>
            </a:r>
            <a:r>
              <a:rPr lang="vi-VN"/>
              <a:t>bao </a:t>
            </a:r>
            <a:br>
              <a:rPr lang="en-US"/>
            </a:br>
            <a:r>
              <a:rPr lang="vi-VN"/>
              <a:t>nặng </a:t>
            </a:r>
            <a:r>
              <a:rPr lang="vi-VN" dirty="0"/>
              <a:t>nề.</a:t>
            </a:r>
            <a:endParaRPr lang="en-US" dirty="0"/>
          </a:p>
        </p:txBody>
      </p:sp>
    </p:spTree>
    <p:extLst>
      <p:ext uri="{BB962C8B-B14F-4D97-AF65-F5344CB8AC3E}">
        <p14:creationId xmlns:p14="http://schemas.microsoft.com/office/powerpoint/2010/main" val="2302531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Ghết-sê-ma-nê! </a:t>
            </a:r>
            <a:br>
              <a:rPr lang="en-US" dirty="0"/>
            </a:br>
            <a:r>
              <a:rPr lang="vi-VN" dirty="0"/>
              <a:t>Ghết-sê-ma-nê! </a:t>
            </a:r>
            <a:br>
              <a:rPr lang="en-US" dirty="0"/>
            </a:br>
            <a:r>
              <a:rPr lang="vi-VN" dirty="0"/>
              <a:t>Ký ức tôi hằng nhớ ghi,</a:t>
            </a:r>
            <a:r>
              <a:rPr lang="en-US" baseline="0" dirty="0"/>
              <a:t> </a:t>
            </a:r>
            <a:endParaRPr lang="en-US" dirty="0"/>
          </a:p>
        </p:txBody>
      </p:sp>
    </p:spTree>
    <p:extLst>
      <p:ext uri="{BB962C8B-B14F-4D97-AF65-F5344CB8AC3E}">
        <p14:creationId xmlns:p14="http://schemas.microsoft.com/office/powerpoint/2010/main" val="873737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
            </a:r>
            <a:r>
              <a:rPr lang="vi-VN" dirty="0"/>
              <a:t>hìn xem Chân Chúa giữa lúc đêm sâu, cúi xuống thiết tha kêu cầu.</a:t>
            </a:r>
            <a:endParaRPr lang="en-US" dirty="0"/>
          </a:p>
        </p:txBody>
      </p:sp>
    </p:spTree>
    <p:extLst>
      <p:ext uri="{BB962C8B-B14F-4D97-AF65-F5344CB8AC3E}">
        <p14:creationId xmlns:p14="http://schemas.microsoft.com/office/powerpoint/2010/main" val="2418389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3. Lúc ấy môn </a:t>
            </a:r>
            <a:r>
              <a:rPr lang="vi-VN"/>
              <a:t>sanh </a:t>
            </a:r>
            <a:br>
              <a:rPr lang="en-US"/>
            </a:br>
            <a:r>
              <a:rPr lang="vi-VN"/>
              <a:t>chí </a:t>
            </a:r>
            <a:r>
              <a:rPr lang="vi-VN" dirty="0"/>
              <a:t>ái lui ra</a:t>
            </a:r>
            <a:r>
              <a:rPr lang="vi-VN"/>
              <a:t>, </a:t>
            </a:r>
            <a:br>
              <a:rPr lang="en-US"/>
            </a:br>
            <a:r>
              <a:rPr lang="vi-VN"/>
              <a:t>đến </a:t>
            </a:r>
            <a:r>
              <a:rPr lang="vi-VN" dirty="0"/>
              <a:t>nỗi Cha Ngài cũng xa.</a:t>
            </a:r>
            <a:endParaRPr lang="en-US" dirty="0"/>
          </a:p>
        </p:txBody>
      </p:sp>
    </p:spTree>
    <p:extLst>
      <p:ext uri="{BB962C8B-B14F-4D97-AF65-F5344CB8AC3E}">
        <p14:creationId xmlns:p14="http://schemas.microsoft.com/office/powerpoint/2010/main" val="1558577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Thật tôi sao rõ những nỗi đau thương</a:t>
            </a:r>
            <a:r>
              <a:rPr lang="vi-VN"/>
              <a:t>, </a:t>
            </a:r>
            <a:br>
              <a:rPr lang="en-US"/>
            </a:br>
            <a:r>
              <a:rPr lang="vi-VN"/>
              <a:t>Chúa </a:t>
            </a:r>
            <a:r>
              <a:rPr lang="vi-VN" dirty="0"/>
              <a:t>gánh </a:t>
            </a:r>
            <a:r>
              <a:rPr lang="vi-VN"/>
              <a:t>thế </a:t>
            </a:r>
            <a:br>
              <a:rPr lang="en-US"/>
            </a:br>
            <a:r>
              <a:rPr lang="vi-VN"/>
              <a:t>tôi </a:t>
            </a:r>
            <a:r>
              <a:rPr lang="vi-VN" dirty="0"/>
              <a:t>đêm trường.</a:t>
            </a:r>
            <a:endParaRPr lang="en-US" dirty="0"/>
          </a:p>
        </p:txBody>
      </p:sp>
    </p:spTree>
    <p:extLst>
      <p:ext uri="{BB962C8B-B14F-4D97-AF65-F5344CB8AC3E}">
        <p14:creationId xmlns:p14="http://schemas.microsoft.com/office/powerpoint/2010/main" val="893387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Ghết-sê-ma-nê! </a:t>
            </a:r>
            <a:br>
              <a:rPr lang="en-US" dirty="0"/>
            </a:br>
            <a:r>
              <a:rPr lang="vi-VN" dirty="0"/>
              <a:t>Ghết-sê-ma-nê! </a:t>
            </a:r>
            <a:br>
              <a:rPr lang="en-US" dirty="0"/>
            </a:br>
            <a:r>
              <a:rPr lang="vi-VN" dirty="0"/>
              <a:t>Ký ức tôi hằng nhớ ghi, </a:t>
            </a:r>
            <a:endParaRPr lang="en-US" dirty="0"/>
          </a:p>
        </p:txBody>
      </p:sp>
    </p:spTree>
    <p:extLst>
      <p:ext uri="{BB962C8B-B14F-4D97-AF65-F5344CB8AC3E}">
        <p14:creationId xmlns:p14="http://schemas.microsoft.com/office/powerpoint/2010/main" val="3193262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
            </a:r>
            <a:r>
              <a:rPr lang="vi-VN" dirty="0"/>
              <a:t>hìn xem Chân Chúa giữa lúc đêm sâu, cúi xuống thiết tha kêu cầu. </a:t>
            </a:r>
            <a:endParaRPr lang="en-US" dirty="0"/>
          </a:p>
        </p:txBody>
      </p:sp>
    </p:spTree>
    <p:extLst>
      <p:ext uri="{BB962C8B-B14F-4D97-AF65-F5344CB8AC3E}">
        <p14:creationId xmlns:p14="http://schemas.microsoft.com/office/powerpoint/2010/main" val="2693307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4. Nếu ái tâm tôi đối Chúa phôi pha</a:t>
            </a:r>
            <a:r>
              <a:rPr lang="vi-VN"/>
              <a:t>, </a:t>
            </a:r>
            <a:br>
              <a:rPr lang="en-US"/>
            </a:br>
            <a:r>
              <a:rPr lang="vi-VN"/>
              <a:t>chẳng </a:t>
            </a:r>
            <a:r>
              <a:rPr lang="vi-VN" dirty="0"/>
              <a:t>có đâm </a:t>
            </a:r>
            <a:r>
              <a:rPr lang="vi-VN"/>
              <a:t>chồi </a:t>
            </a:r>
            <a:br>
              <a:rPr lang="en-US"/>
            </a:br>
            <a:r>
              <a:rPr lang="vi-VN"/>
              <a:t>nở </a:t>
            </a:r>
            <a:r>
              <a:rPr lang="vi-VN" dirty="0"/>
              <a:t>hoa. </a:t>
            </a:r>
            <a:endParaRPr lang="en-US" dirty="0"/>
          </a:p>
        </p:txBody>
      </p:sp>
    </p:spTree>
    <p:extLst>
      <p:ext uri="{BB962C8B-B14F-4D97-AF65-F5344CB8AC3E}">
        <p14:creationId xmlns:p14="http://schemas.microsoft.com/office/powerpoint/2010/main" val="3205412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Thì xin cho </a:t>
            </a:r>
            <a:r>
              <a:rPr lang="vi-VN"/>
              <a:t>thấy </a:t>
            </a:r>
            <a:br>
              <a:rPr lang="en-US"/>
            </a:br>
            <a:r>
              <a:rPr lang="vi-VN"/>
              <a:t>Ghết-sê-ma-nê, </a:t>
            </a:r>
            <a:br>
              <a:rPr lang="en-US"/>
            </a:br>
            <a:r>
              <a:rPr lang="vi-VN"/>
              <a:t>chỗ </a:t>
            </a:r>
            <a:r>
              <a:rPr lang="vi-VN" dirty="0"/>
              <a:t>Chúa thế </a:t>
            </a:r>
            <a:r>
              <a:rPr lang="vi-VN"/>
              <a:t>tôi </a:t>
            </a:r>
            <a:br>
              <a:rPr lang="en-US"/>
            </a:br>
            <a:r>
              <a:rPr lang="vi-VN"/>
              <a:t>nặng </a:t>
            </a:r>
            <a:r>
              <a:rPr lang="vi-VN" dirty="0"/>
              <a:t>nề.</a:t>
            </a:r>
            <a:endParaRPr lang="en-US" dirty="0"/>
          </a:p>
        </p:txBody>
      </p:sp>
    </p:spTree>
    <p:extLst>
      <p:ext uri="{BB962C8B-B14F-4D97-AF65-F5344CB8AC3E}">
        <p14:creationId xmlns:p14="http://schemas.microsoft.com/office/powerpoint/2010/main" val="889736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Ghết-sê-ma-nê! </a:t>
            </a:r>
            <a:br>
              <a:rPr lang="en-US" dirty="0"/>
            </a:br>
            <a:r>
              <a:rPr lang="vi-VN" dirty="0"/>
              <a:t>Ghết-sê-ma-nê! </a:t>
            </a:r>
            <a:br>
              <a:rPr lang="en-US" dirty="0"/>
            </a:br>
            <a:r>
              <a:rPr lang="vi-VN" dirty="0"/>
              <a:t>Ký ức tôi hằng nhớ ghi,</a:t>
            </a:r>
            <a:endParaRPr lang="en-US" dirty="0"/>
          </a:p>
        </p:txBody>
      </p:sp>
    </p:spTree>
    <p:extLst>
      <p:ext uri="{BB962C8B-B14F-4D97-AF65-F5344CB8AC3E}">
        <p14:creationId xmlns:p14="http://schemas.microsoft.com/office/powerpoint/2010/main" val="4133784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
            </a:r>
            <a:r>
              <a:rPr lang="vi-VN" dirty="0"/>
              <a:t>hìn xem Chân Chúa giữa lúc đêm sâu, cúi xuống thiết tha kêu cầu. </a:t>
            </a:r>
            <a:endParaRPr lang="en-US" dirty="0"/>
          </a:p>
        </p:txBody>
      </p:sp>
    </p:spTree>
    <p:extLst>
      <p:ext uri="{BB962C8B-B14F-4D97-AF65-F5344CB8AC3E}">
        <p14:creationId xmlns:p14="http://schemas.microsoft.com/office/powerpoint/2010/main" val="3480563075"/>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95</TotalTime>
  <Words>136</Words>
  <Application>Microsoft Office PowerPoint</Application>
  <PresentationFormat>Widescreen</PresentationFormat>
  <Paragraphs>18</Paragraphs>
  <Slides>17</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Arial</vt:lpstr>
      <vt:lpstr>faithstocks-template-powerpoint-001</vt:lpstr>
      <vt:lpstr>Thánh Ca 96 GHẾT-SÊ-MA-NÊ</vt:lpstr>
      <vt:lpstr>1. Ghết-sê-ma-nê,  tối ấy ai bi,  ký ức tôi hằng nhớ ghi, </vt:lpstr>
      <vt:lpstr>Mồ hôi pha huyết,  chiến đấu cô đơn.  Cứu Chúa quyết không nao sờn.</vt:lpstr>
      <vt:lpstr>Ghết-sê-ma-nê!  Ghết-sê-ma-nê!  Ký ức tôi hằng nhớ ghi,</vt:lpstr>
      <vt:lpstr>Nhìn xem Chân Chúa giữa lúc đêm sâu, cúi xuống thiết tha kêu cầu.</vt:lpstr>
      <vt:lpstr>2. Giữa lúc thâm nghiêm, cảnh vắng đêm sâu,  bỗng trí tôi nhìn  những đâu,</vt:lpstr>
      <vt:lpstr>Vì tội tôi khiến  Cứu Chúa đê mê,  gánh vác biết bao  nặng nề.</vt:lpstr>
      <vt:lpstr>Ghết-sê-ma-nê!  Ghết-sê-ma-nê!  Ký ức tôi hằng nhớ ghi, </vt:lpstr>
      <vt:lpstr>Nhìn xem Chân Chúa giữa lúc đêm sâu, cúi xuống thiết tha kêu cầu.</vt:lpstr>
      <vt:lpstr>3. Lúc ấy môn sanh  chí ái lui ra,  đến nỗi Cha Ngài cũng xa.</vt:lpstr>
      <vt:lpstr>Thật tôi sao rõ những nỗi đau thương,  Chúa gánh thế  tôi đêm trường.</vt:lpstr>
      <vt:lpstr>Ghết-sê-ma-nê!  Ghết-sê-ma-nê!  Ký ức tôi hằng nhớ ghi, </vt:lpstr>
      <vt:lpstr>Nhìn xem Chân Chúa giữa lúc đêm sâu, cúi xuống thiết tha kêu cầu. </vt:lpstr>
      <vt:lpstr>4. Nếu ái tâm tôi đối Chúa phôi pha,  chẳng có đâm chồi  nở hoa. </vt:lpstr>
      <vt:lpstr>Thì xin cho thấy  Ghết-sê-ma-nê,  chỗ Chúa thế tôi  nặng nề.</vt:lpstr>
      <vt:lpstr>Ghết-sê-ma-nê!  Ghết-sê-ma-nê!  Ký ức tôi hằng nhớ ghi,</vt:lpstr>
      <vt:lpstr>Nhìn xem Chân Chúa giữa lúc đêm sâu, cúi xuống thiết tha kêu cầu. </vt:lpstr>
    </vt:vector>
  </TitlesOfParts>
  <Company>ASI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096 - Ghết-sê-ma-nê   Thánh Ca 96 Ghết-sê-ma-nê  1. Ghết-sê-ma-nê, tối ấy ai bi,  ký ức tôi hằng nhớ ghi,   Mồ hôi pha huyết, chiến đấu cô đơn. Cứu Chúa quyết không nao sờn.   Ghết-sê-ma-nê!  Ghết-sê-ma-nê!  Ký ức tôi hằng nhớ ghi,   nhìn xem Chân Chúa giữa lúc đêm sâu, cúi xuống thiết tha kêu cầu.   2. Giữa lúc thâm nghiêm, cảnh vắng đêm sâu, bỗng trí tôi nhìn những đâu,   vì tội tôi khiến  Cứu Chúa đê mê, gánh vác biết bao nặng nề.   Ghết-sê-ma-nê!  Ghết-sê-ma-nê!  Ký ức tôi hằng nhớ ghi,   nhìn xem Chân Chúa giữa lúc đêm sâu, cúi xuống thiết tha kêu cầu.   3. Lúc ấy môn sanh chí ái lui ra, đến nỗi Cha Ngài cũng xa.   Thật tôi sao rõ những nỗi  đau thương, Chúa gánh thế tôi đêm trường.  Ghết-sê-ma-nê!  Ghết-sê-ma-nê!  Ký ức tôi hằng nhớ ghi,   nhìn xem Chân Chúa giữa lúc đêm sâu, cúi xuống thiết tha kêu cầu.   Thánh Ca 96 Ghết-sê-ma-nê  4. Nếu ái tâm tôi đối Chúa phôi pha, chẳng có đâm chồi nở hoa.   Thì xin cho thấy  Ghết-sê-ma-nê, chỗ Chúa thế tôi nặng nề.  Ghết-sê-ma-nê!  Ghết-sê-ma-nê!  Ký ức tôi hằng nhớ ghi,   nhìn xem Chân Chúa giữa lúc đêm sâu, cúi xuống thiết tha kêu cầu. </dc:title>
  <dc:creator>Phan Minh Vinh An; An Phan</dc:creator>
  <cp:lastModifiedBy>Phan Minh Vinh An</cp:lastModifiedBy>
  <cp:revision>6</cp:revision>
  <dcterms:created xsi:type="dcterms:W3CDTF">2018-01-22T14:12:50Z</dcterms:created>
  <dcterms:modified xsi:type="dcterms:W3CDTF">2018-10-30T12:24:31Z</dcterms:modified>
</cp:coreProperties>
</file>