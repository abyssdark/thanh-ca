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8" r:id="rId4"/>
    <p:sldId id="258" r:id="rId5"/>
    <p:sldId id="259" r:id="rId6"/>
    <p:sldId id="269" r:id="rId7"/>
    <p:sldId id="270" r:id="rId8"/>
    <p:sldId id="262" r:id="rId9"/>
    <p:sldId id="271" r:id="rId10"/>
    <p:sldId id="263" r:id="rId11"/>
    <p:sldId id="264" r:id="rId12"/>
    <p:sldId id="272" r:id="rId13"/>
    <p:sldId id="265" r:id="rId14"/>
    <p:sldId id="266" r:id="rId15"/>
    <p:sldId id="273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4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08</a:t>
            </a:r>
            <a:br>
              <a:rPr lang="en-US" dirty="0"/>
            </a:br>
            <a:r>
              <a:rPr lang="en-US" dirty="0"/>
              <a:t>NGỢI DANH JÊSUS </a:t>
            </a:r>
            <a:br>
              <a:rPr lang="en-US" dirty="0"/>
            </a:br>
            <a:r>
              <a:rPr lang="en-US" dirty="0"/>
              <a:t>RẤT OAI QUYỀN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Ngợi </a:t>
            </a:r>
            <a:r>
              <a:rPr lang="vi-VN" dirty="0"/>
              <a:t>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rất</a:t>
            </a:r>
            <a:r>
              <a:rPr lang="en-US" dirty="0"/>
              <a:t> </a:t>
            </a:r>
            <a:r>
              <a:rPr lang="vi-VN" dirty="0"/>
              <a:t>oai quyền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Các thiên thần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sấp trước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6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Cung hiến vương miện tôn Christ lên ngai</a:t>
            </a:r>
            <a:r>
              <a:rPr lang="en-US" dirty="0"/>
              <a:t>,</a:t>
            </a:r>
            <a:br>
              <a:rPr lang="en-US" dirty="0"/>
            </a:br>
            <a:r>
              <a:rPr lang="vi-VN" dirty="0"/>
              <a:t>Tung hô danh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</a:t>
            </a:r>
            <a:r>
              <a:rPr lang="en-US" dirty="0"/>
              <a:t> </a:t>
            </a:r>
            <a:r>
              <a:rPr lang="vi-VN" dirty="0"/>
              <a:t>quyền oai!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0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Cung hiến vương miện tôn Christ</a:t>
            </a:r>
            <a:r>
              <a:rPr lang="en-US" dirty="0"/>
              <a:t> </a:t>
            </a:r>
            <a:r>
              <a:rPr lang="vi-VN" dirty="0"/>
              <a:t>lên ngai,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kính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muôn loài!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4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Tội nhân yêu Chúa chẳng khi nào phai, Nuốt cay ngậm đắng bao nài.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7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chiến thắng vật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đem hiến trước ngai,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Tung hô danh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</a:t>
            </a:r>
            <a:r>
              <a:rPr lang="en-US" dirty="0"/>
              <a:t> </a:t>
            </a:r>
            <a:r>
              <a:rPr lang="vi-VN" dirty="0"/>
              <a:t>quyền oai!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7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chiến thắng vật đem hiến trước ngai,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kính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muôn loài!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28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Phàm ai trong giống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A-đam tự lai,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Đã được chuộc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ơn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7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Cung kính tôn thờ nghiêng dưới bệ ngai,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Tung hô danh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quyền oai!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89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Cung kính tôn thờ nghiêng dưới bệ ngai, Thành kính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muôn loài!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0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4. Mọi dân muôn giống chẳng phân biệt ai, sống trên toàn thế gian nầy.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47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Xưng Đấng Christ là Vua hiển vinh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Tung hô danh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</a:t>
            </a:r>
            <a:r>
              <a:rPr lang="vi-VN" dirty="0"/>
              <a:t>húa quyền oai!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81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Xưng Đấng Christ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Vua hiển vinh thay,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kính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muôn loài!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61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Nguyện ta chung các thánh trên trời nay, kính cung quỳ dưới chân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6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 khúc muôn đời tôn Christ lên ngai,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Tung hô danh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quyền oai!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74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 khúc muôn đời tôn Christ lên ngai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kính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muôn loài!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39879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15</TotalTime>
  <Words>150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faithstocks-template-powerpoint-001</vt:lpstr>
      <vt:lpstr>Thánh Ca 08 NGỢI DANH JÊSUS  RẤT OAI QUYỀN</vt:lpstr>
      <vt:lpstr>1. Ngợi danh Jêsus rất oai quyền thay! Các thiên thần sấp trước Ngài.</vt:lpstr>
      <vt:lpstr>Cung hiến vương miện tôn Christ lên ngai, Tung hô danh Chúa quyền oai!</vt:lpstr>
      <vt:lpstr>Cung hiến vương miện tôn Christ lên ngai,  Thành kính tôn Chúa muôn loài!</vt:lpstr>
      <vt:lpstr>2. Tội nhân yêu Chúa chẳng khi nào phai, Nuốt cay ngậm đắng bao nài.</vt:lpstr>
      <vt:lpstr>Bao chiến thắng vật đem hiến trước ngai, Tung hô danh Chúa quyền oai! </vt:lpstr>
      <vt:lpstr>Bao chiến thắng vật đem hiến trước ngai, Thành kính tôn Chúa muôn loài!</vt:lpstr>
      <vt:lpstr>3. Phàm ai trong giống A-đam tự lai,  Đã được chuộc bởi ơn Ngài.</vt:lpstr>
      <vt:lpstr>Cung kính tôn thờ nghiêng dưới bệ ngai, Tung hô danh Chúa quyền oai!</vt:lpstr>
      <vt:lpstr>Cung kính tôn thờ nghiêng dưới bệ ngai, Thành kính tôn Chúa muôn loài!</vt:lpstr>
      <vt:lpstr> 4. Mọi dân muôn giống chẳng phân biệt ai, sống trên toàn thế gian nầy. </vt:lpstr>
      <vt:lpstr>Xưng Đấng Christ là Vua hiển vinh thay, Tung hô danh Chúa quyền oai!</vt:lpstr>
      <vt:lpstr>Xưng Đấng Christ là Vua hiển vinh thay,  Thành kính tôn Chúa muôn loài!</vt:lpstr>
      <vt:lpstr>5. Nguyện ta chung các thánh trên trời nay, kính cung quỳ dưới chân Ngài. </vt:lpstr>
      <vt:lpstr>Ca khúc muôn đời tôn Christ lên ngai, Tung hô danh Chúa quyền oai! </vt:lpstr>
      <vt:lpstr>Ca khúc muôn đời tôn Christ lên ngai Thành kính tôn Chúa muôn loài!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08 Ngợi Danh Jêsus  Rất Oai Quyền</dc:title>
  <dc:creator>Phan Minh Vinh An; KIETTTSE62520</dc:creator>
  <cp:lastModifiedBy>An Phan</cp:lastModifiedBy>
  <cp:revision>5</cp:revision>
  <dcterms:created xsi:type="dcterms:W3CDTF">2018-01-21T05:38:24Z</dcterms:created>
  <dcterms:modified xsi:type="dcterms:W3CDTF">2018-11-08T04:13:17Z</dcterms:modified>
</cp:coreProperties>
</file>