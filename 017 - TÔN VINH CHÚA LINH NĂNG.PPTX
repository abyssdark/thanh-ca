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 autoAdjust="0"/>
    <p:restoredTop sz="94620" autoAdjust="0"/>
  </p:normalViewPr>
  <p:slideViewPr>
    <p:cSldViewPr snapToGrid="0">
      <p:cViewPr varScale="1">
        <p:scale>
          <a:sx n="73" d="100"/>
          <a:sy n="73" d="100"/>
        </p:scale>
        <p:origin x="762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17</a:t>
            </a:r>
            <a:br>
              <a:rPr lang="vi-VN" dirty="0"/>
            </a:br>
            <a:r>
              <a:rPr lang="vi-VN" dirty="0"/>
              <a:t>TÔN VINH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CHÚA LINH NĂNG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Nguyền </a:t>
            </a:r>
            <a:r>
              <a:rPr lang="vi-VN" dirty="0" smtClean="0"/>
              <a:t>tâm tôi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tôn vinh Chúa linh năng,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Ngài buông tha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vi-VN" dirty="0" smtClean="0"/>
              <a:t>khỏi ác căn,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899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Ước cảm xúc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huyết Chiên Con trọn đời, tuôn tràn ra ân cứu tôi.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638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Nguyền tâm tôi khiêm ty mãi quy phục, làm ngai cho Đấng Cứu chuộc.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3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Ở đấy duy nghe thanh âm Ngài hoài, duy Ngài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luôn luôn quản cai.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361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Nguyền tâm tôi khiêm ty thống hối nay, sạch trong, tin kính, thẳng ngay.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381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Dẫu sống chết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chẳng sao ngăn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vô lòng tôi như gió thu.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089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Nguyền tâm tôi suy tư mới mẻ luôn, tình yêu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do Chúa dẫy luôn,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112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khiết, công minh, tinh anh, thiện hiền,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in hình Jêsus hiển nhiên.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905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Lạy Jêsus Christ,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xin đến Chúa ôi!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Và ban tâm mới trong tôi.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457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Ước khắc tân danh trên tâm hồn nầy, danh hiệu Yêu Thương quý thay.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124398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2</TotalTime>
  <Words>110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faithstocks-template-powerpoint-001</vt:lpstr>
      <vt:lpstr>Thánh Ca 17 TÔN VINH CHÚA LINH NĂNG</vt:lpstr>
      <vt:lpstr>1. Nguyền tâm tôi tôn vinh Chúa linh năng, Ngài buông tha khỏi ác căn, </vt:lpstr>
      <vt:lpstr>Ước cảm xúc huyết Chiên Con trọn đời, tuôn tràn ra ân cứu tôi. </vt:lpstr>
      <vt:lpstr>2. Nguyền tâm tôi khiêm ty mãi quy phục, làm ngai cho Đấng Cứu chuộc.</vt:lpstr>
      <vt:lpstr>Ở đấy duy nghe thanh âm Ngài hoài, duy Ngài luôn luôn quản cai.</vt:lpstr>
      <vt:lpstr>3. Nguyền tâm tôi khiêm ty thống hối nay, sạch trong, tin kính, thẳng ngay.</vt:lpstr>
      <vt:lpstr>Dẫu sống chết chẳng sao ngăn Jêsus vô lòng tôi như gió thu.</vt:lpstr>
      <vt:lpstr>4. Nguyền tâm tôi suy tư mới mẻ luôn, tình yêu do Chúa dẫy luôn, </vt:lpstr>
      <vt:lpstr>Thánh khiết, công minh, tinh anh, thiện hiền, in hình Jêsus hiển nhiên.</vt:lpstr>
      <vt:lpstr>5. Lạy Jêsus Christ, xin đến Chúa ôi! Và ban tâm mới trong tôi. </vt:lpstr>
      <vt:lpstr>Ước khắc tân danh trên tâm hồn nầy, danh hiệu Yêu Thương quý thay.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17 Tôn Vinh Chúa Linh Năng</dc:title>
  <dc:creator>Phan Minh Vinh An; KIETTTSE62520</dc:creator>
  <cp:lastModifiedBy>An Phan</cp:lastModifiedBy>
  <cp:revision>4</cp:revision>
  <dcterms:created xsi:type="dcterms:W3CDTF">2018-01-22T16:23:35Z</dcterms:created>
  <dcterms:modified xsi:type="dcterms:W3CDTF">2018-11-08T04:12:15Z</dcterms:modified>
</cp:coreProperties>
</file>