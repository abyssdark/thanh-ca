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7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87" autoAdjust="0"/>
    <p:restoredTop sz="86369"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390862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584086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07111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525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44922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419896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708243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021930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85130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41401182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502110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13547423"/>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Thánh Ca 85</a:t>
            </a:r>
          </a:p>
          <a:p>
            <a:r>
              <a:rPr lang="vi-VN"/>
              <a:t>MỘT NGÀY</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91BF-5ACE-48AB-9DC2-DBC6502AACA0}"/>
              </a:ext>
            </a:extLst>
          </p:cNvPr>
          <p:cNvSpPr>
            <a:spLocks noGrp="1"/>
          </p:cNvSpPr>
          <p:nvPr>
            <p:ph type="title"/>
          </p:nvPr>
        </p:nvSpPr>
        <p:spPr/>
        <p:txBody>
          <a:bodyPr/>
          <a:lstStyle/>
          <a:p>
            <a:r>
              <a:rPr lang="en-US"/>
              <a:t>1.</a:t>
            </a:r>
            <a:r>
              <a:rPr lang="en-US" baseline="0"/>
              <a:t> </a:t>
            </a:r>
            <a:r>
              <a:rPr lang="vi-VN"/>
              <a:t>Một ngày xưa thiên cung ca chúc Jêsus vui vầy, Một ngày xưa ô tội mù đen nhân gian nầy, </a:t>
            </a:r>
            <a:endParaRPr lang="en-US"/>
          </a:p>
        </p:txBody>
      </p:sp>
    </p:spTree>
    <p:extLst>
      <p:ext uri="{BB962C8B-B14F-4D97-AF65-F5344CB8AC3E}">
        <p14:creationId xmlns:p14="http://schemas.microsoft.com/office/powerpoint/2010/main" val="245867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D2C2-723D-47A7-B4F1-E2CABE003F12}"/>
              </a:ext>
            </a:extLst>
          </p:cNvPr>
          <p:cNvSpPr>
            <a:spLocks noGrp="1"/>
          </p:cNvSpPr>
          <p:nvPr>
            <p:ph type="title"/>
          </p:nvPr>
        </p:nvSpPr>
        <p:spPr/>
        <p:txBody>
          <a:bodyPr/>
          <a:lstStyle/>
          <a:p>
            <a:pPr marL="0" indent="0">
              <a:buNone/>
            </a:pPr>
            <a:r>
              <a:rPr lang="vi-VN"/>
              <a:t>Xa lìa ngôi vinh, Jêsus bởi nữ trinh ra đời, Ngài nên gương mẫu tôi, luôn chiếu lòa khắp nơi.</a:t>
            </a:r>
            <a:endParaRPr lang="en-US"/>
          </a:p>
        </p:txBody>
      </p:sp>
    </p:spTree>
    <p:extLst>
      <p:ext uri="{BB962C8B-B14F-4D97-AF65-F5344CB8AC3E}">
        <p14:creationId xmlns:p14="http://schemas.microsoft.com/office/powerpoint/2010/main" val="699573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3E2B-5083-434C-975F-AE937D13A8EE}"/>
              </a:ext>
            </a:extLst>
          </p:cNvPr>
          <p:cNvSpPr>
            <a:spLocks noGrp="1"/>
          </p:cNvSpPr>
          <p:nvPr>
            <p:ph type="title"/>
          </p:nvPr>
        </p:nvSpPr>
        <p:spPr/>
        <p:txBody>
          <a:bodyPr/>
          <a:lstStyle/>
          <a:p>
            <a:r>
              <a:rPr lang="vi-VN"/>
              <a:t>Sống, Ngài mến tôi rồi. Chết, để cứu thân nầy; Chôn, chôn tội tôi, bao ô điểm không còn thấy; </a:t>
            </a:r>
            <a:endParaRPr lang="en-US"/>
          </a:p>
        </p:txBody>
      </p:sp>
    </p:spTree>
    <p:extLst>
      <p:ext uri="{BB962C8B-B14F-4D97-AF65-F5344CB8AC3E}">
        <p14:creationId xmlns:p14="http://schemas.microsoft.com/office/powerpoint/2010/main" val="56228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F6396-D1DC-41FF-92B3-FB50D356257B}"/>
              </a:ext>
            </a:extLst>
          </p:cNvPr>
          <p:cNvSpPr>
            <a:spLocks noGrp="1"/>
          </p:cNvSpPr>
          <p:nvPr>
            <p:ph type="title"/>
          </p:nvPr>
        </p:nvSpPr>
        <p:spPr/>
        <p:txBody>
          <a:bodyPr/>
          <a:lstStyle/>
          <a:p>
            <a:r>
              <a:rPr lang="vi-VN"/>
              <a:t>Sống lại, để tôi nhờ Ngài được xưng nghĩa châu toàn; Một ngày Ngài đến, ngày hiển vinh hạnh phước chan.</a:t>
            </a:r>
            <a:endParaRPr lang="en-US"/>
          </a:p>
        </p:txBody>
      </p:sp>
    </p:spTree>
    <p:extLst>
      <p:ext uri="{BB962C8B-B14F-4D97-AF65-F5344CB8AC3E}">
        <p14:creationId xmlns:p14="http://schemas.microsoft.com/office/powerpoint/2010/main" val="2529567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4EFF-63D0-4B97-907C-705CF2C89D4B}"/>
              </a:ext>
            </a:extLst>
          </p:cNvPr>
          <p:cNvSpPr>
            <a:spLocks noGrp="1"/>
          </p:cNvSpPr>
          <p:nvPr>
            <p:ph type="title"/>
          </p:nvPr>
        </p:nvSpPr>
        <p:spPr/>
        <p:txBody>
          <a:bodyPr/>
          <a:lstStyle/>
          <a:p>
            <a:r>
              <a:rPr lang="vi-VN"/>
              <a:t>2. Một ngày xưa dân quân dẫn Chúa đến Gô-gô-tha, Một ngày xưa trên thập tự huyết báu chan hòa; </a:t>
            </a:r>
            <a:endParaRPr lang="en-US"/>
          </a:p>
        </p:txBody>
      </p:sp>
    </p:spTree>
    <p:extLst>
      <p:ext uri="{BB962C8B-B14F-4D97-AF65-F5344CB8AC3E}">
        <p14:creationId xmlns:p14="http://schemas.microsoft.com/office/powerpoint/2010/main" val="3477204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2B787-4666-4183-BB83-2117512905BD}"/>
              </a:ext>
            </a:extLst>
          </p:cNvPr>
          <p:cNvSpPr>
            <a:spLocks noGrp="1"/>
          </p:cNvSpPr>
          <p:nvPr>
            <p:ph type="title"/>
          </p:nvPr>
        </p:nvSpPr>
        <p:spPr/>
        <p:txBody>
          <a:bodyPr/>
          <a:lstStyle/>
          <a:p>
            <a:r>
              <a:rPr lang="vi-VN"/>
              <a:t>Thân vàng vì tôi cam khổ sở, đớn đau vô hồi, Ngài thật Chân Chúa, ban ân điển chuộc cứu tôi.</a:t>
            </a:r>
            <a:endParaRPr lang="en-US"/>
          </a:p>
        </p:txBody>
      </p:sp>
    </p:spTree>
    <p:extLst>
      <p:ext uri="{BB962C8B-B14F-4D97-AF65-F5344CB8AC3E}">
        <p14:creationId xmlns:p14="http://schemas.microsoft.com/office/powerpoint/2010/main" val="292238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C91AE-8925-490F-AAEE-C9B335F1F464}"/>
              </a:ext>
            </a:extLst>
          </p:cNvPr>
          <p:cNvSpPr>
            <a:spLocks noGrp="1"/>
          </p:cNvSpPr>
          <p:nvPr>
            <p:ph type="title"/>
          </p:nvPr>
        </p:nvSpPr>
        <p:spPr/>
        <p:txBody>
          <a:bodyPr/>
          <a:lstStyle/>
          <a:p>
            <a:r>
              <a:rPr lang="vi-VN"/>
              <a:t>Sống, Ngài mến tôi rồi. Chết, để cứu thân nầy; Chôn, chôn tội tôi, bao ô điểm không còn thấy; </a:t>
            </a:r>
            <a:endParaRPr lang="en-US"/>
          </a:p>
        </p:txBody>
      </p:sp>
    </p:spTree>
    <p:extLst>
      <p:ext uri="{BB962C8B-B14F-4D97-AF65-F5344CB8AC3E}">
        <p14:creationId xmlns:p14="http://schemas.microsoft.com/office/powerpoint/2010/main" val="3265591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BCA39-9EBA-4CAF-9CF3-765B62F4D498}"/>
              </a:ext>
            </a:extLst>
          </p:cNvPr>
          <p:cNvSpPr>
            <a:spLocks noGrp="1"/>
          </p:cNvSpPr>
          <p:nvPr>
            <p:ph type="title"/>
          </p:nvPr>
        </p:nvSpPr>
        <p:spPr/>
        <p:txBody>
          <a:bodyPr/>
          <a:lstStyle/>
          <a:p>
            <a:r>
              <a:rPr lang="vi-VN"/>
              <a:t>Sống lại, để tôi nhờ Ngài được xưng nghĩa châu toàn; Một ngày Ngài đến, ngày hiển vinh hạnh phước chan.</a:t>
            </a:r>
            <a:endParaRPr lang="en-US"/>
          </a:p>
        </p:txBody>
      </p:sp>
    </p:spTree>
    <p:extLst>
      <p:ext uri="{BB962C8B-B14F-4D97-AF65-F5344CB8AC3E}">
        <p14:creationId xmlns:p14="http://schemas.microsoft.com/office/powerpoint/2010/main" val="1065621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7BCF7-5105-46B4-9B85-31FB88C57C83}"/>
              </a:ext>
            </a:extLst>
          </p:cNvPr>
          <p:cNvSpPr>
            <a:spLocks noGrp="1"/>
          </p:cNvSpPr>
          <p:nvPr>
            <p:ph type="title"/>
          </p:nvPr>
        </p:nvSpPr>
        <p:spPr/>
        <p:txBody>
          <a:bodyPr/>
          <a:lstStyle/>
          <a:p>
            <a:r>
              <a:rPr lang="vi-VN"/>
              <a:t>3. Một ngày xưa nơi thâm viên xác Chúa cô đơn nằm, Sau giờ chịu đau nhục, nay ngủ giấc</a:t>
            </a:r>
            <a:br>
              <a:rPr lang="en-US"/>
            </a:br>
            <a:r>
              <a:rPr lang="vi-VN"/>
              <a:t>êm đằm; </a:t>
            </a:r>
            <a:endParaRPr lang="en-US"/>
          </a:p>
        </p:txBody>
      </p:sp>
    </p:spTree>
    <p:extLst>
      <p:ext uri="{BB962C8B-B14F-4D97-AF65-F5344CB8AC3E}">
        <p14:creationId xmlns:p14="http://schemas.microsoft.com/office/powerpoint/2010/main" val="3463191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DF97E-2ABF-4F67-B5E7-D42B3173E907}"/>
              </a:ext>
            </a:extLst>
          </p:cNvPr>
          <p:cNvSpPr>
            <a:spLocks noGrp="1"/>
          </p:cNvSpPr>
          <p:nvPr>
            <p:ph type="title"/>
          </p:nvPr>
        </p:nvSpPr>
        <p:spPr/>
        <p:txBody>
          <a:bodyPr/>
          <a:lstStyle/>
          <a:p>
            <a:r>
              <a:rPr lang="vi-VN"/>
              <a:t>Thiên thần ngồi bên thức canh giữ suốt cả đêm trường, Bạn thân yêu lánh xa, ôi cảnh thật</a:t>
            </a:r>
            <a:br>
              <a:rPr lang="en-US"/>
            </a:br>
            <a:r>
              <a:rPr lang="vi-VN"/>
              <a:t>đáng thương!</a:t>
            </a:r>
            <a:endParaRPr lang="en-US"/>
          </a:p>
        </p:txBody>
      </p:sp>
    </p:spTree>
    <p:extLst>
      <p:ext uri="{BB962C8B-B14F-4D97-AF65-F5344CB8AC3E}">
        <p14:creationId xmlns:p14="http://schemas.microsoft.com/office/powerpoint/2010/main" val="1781093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C658-2936-483B-B0C5-32B70DD278D5}"/>
              </a:ext>
            </a:extLst>
          </p:cNvPr>
          <p:cNvSpPr>
            <a:spLocks noGrp="1"/>
          </p:cNvSpPr>
          <p:nvPr>
            <p:ph type="title"/>
          </p:nvPr>
        </p:nvSpPr>
        <p:spPr/>
        <p:txBody>
          <a:bodyPr/>
          <a:lstStyle/>
          <a:p>
            <a:r>
              <a:rPr lang="vi-VN"/>
              <a:t>Sống, Ngài mến tôi rồi. Chết, để cứu thân nầy; Chôn, chôn tội tôi, bao ô điểm không còn thấy; </a:t>
            </a:r>
            <a:endParaRPr lang="en-US"/>
          </a:p>
        </p:txBody>
      </p:sp>
    </p:spTree>
    <p:extLst>
      <p:ext uri="{BB962C8B-B14F-4D97-AF65-F5344CB8AC3E}">
        <p14:creationId xmlns:p14="http://schemas.microsoft.com/office/powerpoint/2010/main" val="2250388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1676-E779-4159-816A-31830C6401B2}"/>
              </a:ext>
            </a:extLst>
          </p:cNvPr>
          <p:cNvSpPr>
            <a:spLocks noGrp="1"/>
          </p:cNvSpPr>
          <p:nvPr>
            <p:ph type="title"/>
          </p:nvPr>
        </p:nvSpPr>
        <p:spPr/>
        <p:txBody>
          <a:bodyPr/>
          <a:lstStyle/>
          <a:p>
            <a:r>
              <a:rPr lang="vi-VN"/>
              <a:t>Sống lại, để tôi nhờ Ngài được xưng nghĩa châu toàn; Một ngày Ngài đến, ngày hiển vinh hạnh phước chan.</a:t>
            </a:r>
            <a:endParaRPr lang="en-US"/>
          </a:p>
        </p:txBody>
      </p:sp>
    </p:spTree>
    <p:extLst>
      <p:ext uri="{BB962C8B-B14F-4D97-AF65-F5344CB8AC3E}">
        <p14:creationId xmlns:p14="http://schemas.microsoft.com/office/powerpoint/2010/main" val="3250576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7BDBA-21F0-464D-A78A-C334F35FC425}"/>
              </a:ext>
            </a:extLst>
          </p:cNvPr>
          <p:cNvSpPr>
            <a:spLocks noGrp="1"/>
          </p:cNvSpPr>
          <p:nvPr>
            <p:ph type="title"/>
          </p:nvPr>
        </p:nvSpPr>
        <p:spPr/>
        <p:txBody>
          <a:bodyPr/>
          <a:lstStyle/>
          <a:p>
            <a:r>
              <a:rPr lang="vi-VN"/>
              <a:t>4. Một ngày xưa niêm phong cửa mả khôn phương ngăn Ngài, Do quyền năng thiên thượng hòn đá lăn ra ngoài; </a:t>
            </a:r>
            <a:endParaRPr lang="en-US"/>
          </a:p>
        </p:txBody>
      </p:sp>
    </p:spTree>
    <p:extLst>
      <p:ext uri="{BB962C8B-B14F-4D97-AF65-F5344CB8AC3E}">
        <p14:creationId xmlns:p14="http://schemas.microsoft.com/office/powerpoint/2010/main" val="3692777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1A76-809C-48EE-94C9-F675AF8F6B2A}"/>
              </a:ext>
            </a:extLst>
          </p:cNvPr>
          <p:cNvSpPr>
            <a:spLocks noGrp="1"/>
          </p:cNvSpPr>
          <p:nvPr>
            <p:ph type="title"/>
          </p:nvPr>
        </p:nvSpPr>
        <p:spPr/>
        <p:txBody>
          <a:bodyPr/>
          <a:lstStyle/>
          <a:p>
            <a:r>
              <a:rPr lang="vi-VN"/>
              <a:t>Jêsus phục sanh ngay, đã chiến thắng tử vong rồi, Ngài ngự lên nước Cha, vĩnh viễn làm Chúa tôi.</a:t>
            </a:r>
            <a:endParaRPr lang="en-US"/>
          </a:p>
        </p:txBody>
      </p:sp>
    </p:spTree>
    <p:extLst>
      <p:ext uri="{BB962C8B-B14F-4D97-AF65-F5344CB8AC3E}">
        <p14:creationId xmlns:p14="http://schemas.microsoft.com/office/powerpoint/2010/main" val="51755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12CC-95DF-4ED0-A013-2E8137A0B391}"/>
              </a:ext>
            </a:extLst>
          </p:cNvPr>
          <p:cNvSpPr>
            <a:spLocks noGrp="1"/>
          </p:cNvSpPr>
          <p:nvPr>
            <p:ph type="title"/>
          </p:nvPr>
        </p:nvSpPr>
        <p:spPr/>
        <p:txBody>
          <a:bodyPr/>
          <a:lstStyle/>
          <a:p>
            <a:r>
              <a:rPr lang="vi-VN"/>
              <a:t>Sống, Ngài mến tôi rồi. Chết, để cứu thân nầy; Chôn, chôn tội tôi, bao ô điểm không còn thấy; </a:t>
            </a:r>
            <a:endParaRPr lang="en-US"/>
          </a:p>
        </p:txBody>
      </p:sp>
    </p:spTree>
    <p:extLst>
      <p:ext uri="{BB962C8B-B14F-4D97-AF65-F5344CB8AC3E}">
        <p14:creationId xmlns:p14="http://schemas.microsoft.com/office/powerpoint/2010/main" val="2695344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98F4-96EA-40A9-9B72-2C400D99EA62}"/>
              </a:ext>
            </a:extLst>
          </p:cNvPr>
          <p:cNvSpPr>
            <a:spLocks noGrp="1"/>
          </p:cNvSpPr>
          <p:nvPr>
            <p:ph type="title"/>
          </p:nvPr>
        </p:nvSpPr>
        <p:spPr/>
        <p:txBody>
          <a:bodyPr/>
          <a:lstStyle/>
          <a:p>
            <a:r>
              <a:rPr lang="vi-VN"/>
              <a:t>Sống lại, để tôi nhờ Ngài được xưng nghĩa châu toàn; Một ngày Ngài đến, ngày hiển vinh hạnh phước chan.</a:t>
            </a:r>
            <a:endParaRPr lang="en-US"/>
          </a:p>
        </p:txBody>
      </p:sp>
    </p:spTree>
    <p:extLst>
      <p:ext uri="{BB962C8B-B14F-4D97-AF65-F5344CB8AC3E}">
        <p14:creationId xmlns:p14="http://schemas.microsoft.com/office/powerpoint/2010/main" val="4206234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5AD6-C645-4DA3-913E-3A6C80EBE841}"/>
              </a:ext>
            </a:extLst>
          </p:cNvPr>
          <p:cNvSpPr>
            <a:spLocks noGrp="1"/>
          </p:cNvSpPr>
          <p:nvPr>
            <p:ph type="title"/>
          </p:nvPr>
        </p:nvSpPr>
        <p:spPr/>
        <p:txBody>
          <a:bodyPr/>
          <a:lstStyle/>
          <a:p>
            <a:r>
              <a:rPr lang="vi-VN"/>
              <a:t>5. Một ngày kia loa vang tin Chúa tái lâm nơi trần, Một ngày kia thiên thượng lòa vinh quang rạng ngần; </a:t>
            </a:r>
            <a:endParaRPr lang="en-US"/>
          </a:p>
        </p:txBody>
      </p:sp>
    </p:spTree>
    <p:extLst>
      <p:ext uri="{BB962C8B-B14F-4D97-AF65-F5344CB8AC3E}">
        <p14:creationId xmlns:p14="http://schemas.microsoft.com/office/powerpoint/2010/main" val="4075118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6C83-40A9-4AC0-8AAA-CDD82BB7A925}"/>
              </a:ext>
            </a:extLst>
          </p:cNvPr>
          <p:cNvSpPr>
            <a:spLocks noGrp="1"/>
          </p:cNvSpPr>
          <p:nvPr>
            <p:ph type="title"/>
          </p:nvPr>
        </p:nvSpPr>
        <p:spPr/>
        <p:txBody>
          <a:bodyPr/>
          <a:lstStyle/>
          <a:p>
            <a:r>
              <a:rPr lang="vi-VN"/>
              <a:t>Ôi, ngày lạ thay, tôi với kẻ yêu lên thiên đình, Ngợi khen Jêsus tôi, Chân Chúa toàn hiển vinh. </a:t>
            </a:r>
            <a:endParaRPr lang="en-US"/>
          </a:p>
        </p:txBody>
      </p:sp>
    </p:spTree>
    <p:extLst>
      <p:ext uri="{BB962C8B-B14F-4D97-AF65-F5344CB8AC3E}">
        <p14:creationId xmlns:p14="http://schemas.microsoft.com/office/powerpoint/2010/main" val="3117259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3C9C-8A46-4F87-BDB0-3EADFF052DDA}"/>
              </a:ext>
            </a:extLst>
          </p:cNvPr>
          <p:cNvSpPr>
            <a:spLocks noGrp="1"/>
          </p:cNvSpPr>
          <p:nvPr>
            <p:ph type="title"/>
          </p:nvPr>
        </p:nvSpPr>
        <p:spPr/>
        <p:txBody>
          <a:bodyPr/>
          <a:lstStyle/>
          <a:p>
            <a:r>
              <a:rPr lang="vi-VN"/>
              <a:t>Sống, Ngài mến tôi rồi. Chết, để cứu thân nầy; Chôn, chôn tội tôi, bao ô điểm không còn thấy; </a:t>
            </a:r>
            <a:endParaRPr lang="en-US"/>
          </a:p>
        </p:txBody>
      </p:sp>
    </p:spTree>
    <p:extLst>
      <p:ext uri="{BB962C8B-B14F-4D97-AF65-F5344CB8AC3E}">
        <p14:creationId xmlns:p14="http://schemas.microsoft.com/office/powerpoint/2010/main" val="1652589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B5C78-8AB8-40D1-A665-23A54271BC1E}"/>
              </a:ext>
            </a:extLst>
          </p:cNvPr>
          <p:cNvSpPr>
            <a:spLocks noGrp="1"/>
          </p:cNvSpPr>
          <p:nvPr>
            <p:ph type="title"/>
          </p:nvPr>
        </p:nvSpPr>
        <p:spPr/>
        <p:txBody>
          <a:bodyPr/>
          <a:lstStyle/>
          <a:p>
            <a:r>
              <a:rPr lang="vi-VN"/>
              <a:t>Sống lại, để tôi nhờ Ngài được xưng nghĩa châu toàn; Một ngày Ngài đến, ngày hiển vinh hạnh phước chan.</a:t>
            </a:r>
            <a:endParaRPr lang="en-US"/>
          </a:p>
        </p:txBody>
      </p:sp>
    </p:spTree>
    <p:extLst>
      <p:ext uri="{BB962C8B-B14F-4D97-AF65-F5344CB8AC3E}">
        <p14:creationId xmlns:p14="http://schemas.microsoft.com/office/powerpoint/2010/main" val="2877058263"/>
      </p:ext>
    </p:extLst>
  </p:cSld>
  <p:clrMapOvr>
    <a:masterClrMapping/>
  </p:clrMapOvr>
</p:sld>
</file>

<file path=ppt/theme/theme1.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1_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504</Words>
  <Application>Microsoft Office PowerPoint</Application>
  <PresentationFormat>Widescreen</PresentationFormat>
  <Paragraphs>22</Paragraphs>
  <Slides>21</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21</vt:i4>
      </vt:variant>
    </vt:vector>
  </HeadingPairs>
  <TitlesOfParts>
    <vt:vector size="24" baseType="lpstr">
      <vt:lpstr>Arial</vt:lpstr>
      <vt:lpstr>Presentation1</vt:lpstr>
      <vt:lpstr>1_Presentation1</vt:lpstr>
      <vt:lpstr>Thánh Ca 85 MỘT NGÀY</vt:lpstr>
      <vt:lpstr>1. Một ngày xưa thiên cung ca chúc Jêsus vui vầy, Một ngày xưa ô tội mù đen nhân gian nầy, </vt:lpstr>
      <vt:lpstr>Xa lìa ngôi vinh, Jêsus bởi nữ trinh ra đời, Ngài nên gương mẫu tôi, luôn chiếu lòa khắp nơi.</vt:lpstr>
      <vt:lpstr>Sống, Ngài mến tôi rồi. Chết, để cứu thân nầy; Chôn, chôn tội tôi, bao ô điểm không còn thấy; </vt:lpstr>
      <vt:lpstr>Sống lại, để tôi nhờ Ngài được xưng nghĩa châu toàn; Một ngày Ngài đến, ngày hiển vinh hạnh phước chan.</vt:lpstr>
      <vt:lpstr>2. Một ngày xưa dân quân dẫn Chúa đến Gô-gô-tha, Một ngày xưa trên thập tự huyết báu chan hòa; </vt:lpstr>
      <vt:lpstr>Thân vàng vì tôi cam khổ sở, đớn đau vô hồi, Ngài thật Chân Chúa, ban ân điển chuộc cứu tôi.</vt:lpstr>
      <vt:lpstr>Sống, Ngài mến tôi rồi. Chết, để cứu thân nầy; Chôn, chôn tội tôi, bao ô điểm không còn thấy; </vt:lpstr>
      <vt:lpstr>Sống lại, để tôi nhờ Ngài được xưng nghĩa châu toàn; Một ngày Ngài đến, ngày hiển vinh hạnh phước chan.</vt:lpstr>
      <vt:lpstr>3. Một ngày xưa nơi thâm viên xác Chúa cô đơn nằm, Sau giờ chịu đau nhục, nay ngủ giấc êm đằm; </vt:lpstr>
      <vt:lpstr>Thiên thần ngồi bên thức canh giữ suốt cả đêm trường, Bạn thân yêu lánh xa, ôi cảnh thật đáng thương!</vt:lpstr>
      <vt:lpstr>Sống, Ngài mến tôi rồi. Chết, để cứu thân nầy; Chôn, chôn tội tôi, bao ô điểm không còn thấy; </vt:lpstr>
      <vt:lpstr>Sống lại, để tôi nhờ Ngài được xưng nghĩa châu toàn; Một ngày Ngài đến, ngày hiển vinh hạnh phước chan.</vt:lpstr>
      <vt:lpstr>4. Một ngày xưa niêm phong cửa mả khôn phương ngăn Ngài, Do quyền năng thiên thượng hòn đá lăn ra ngoài; </vt:lpstr>
      <vt:lpstr>Jêsus phục sanh ngay, đã chiến thắng tử vong rồi, Ngài ngự lên nước Cha, vĩnh viễn làm Chúa tôi.</vt:lpstr>
      <vt:lpstr>Sống, Ngài mến tôi rồi. Chết, để cứu thân nầy; Chôn, chôn tội tôi, bao ô điểm không còn thấy; </vt:lpstr>
      <vt:lpstr>Sống lại, để tôi nhờ Ngài được xưng nghĩa châu toàn; Một ngày Ngài đến, ngày hiển vinh hạnh phước chan.</vt:lpstr>
      <vt:lpstr>5. Một ngày kia loa vang tin Chúa tái lâm nơi trần, Một ngày kia thiên thượng lòa vinh quang rạng ngần; </vt:lpstr>
      <vt:lpstr>Ôi, ngày lạ thay, tôi với kẻ yêu lên thiên đình, Ngợi khen Jêsus tôi, Chân Chúa toàn hiển vinh. </vt:lpstr>
      <vt:lpstr>Sống, Ngài mến tôi rồi. Chết, để cứu thân nầy; Chôn, chôn tội tôi, bao ô điểm không còn thấy; </vt:lpstr>
      <vt:lpstr>Sống lại, để tôi nhờ Ngài được xưng nghĩa châu toàn; Một ngày Ngài đến, ngày hiển vinh hạnh phước chan.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085 - Một Ngày   Thánh Ca 85 Một Ngày  1. Một ngày xưa thiên cung ca chúc Jêsus vui vầy, Một ngày xưa ô tội mù đen nhân gian nầy,   Xa lìa ngôi vinh, Jêsus bởi nữ trinh ra đời, Ngài nên gương mẫu tôi, luôn chiếu lòa khắp nơi.  Sống, Ngài mến tôi rồi. Chết, để cứu thân nầy; Chôn, chôn tội tôi, bao ô điểm không còn thấy;   Sống lại, để tôi nhờ Ngài được xưng nghĩa châu toàn;  Một ngày Ngài đến, ngày hiển vinh hạnh phước chan.  2. Một ngày xưa dân quân dẫn Chúa đến Gô-gô-tha, Một ngày xưa trên thập tự huyết báu chan hòa;   Thân vàng vì tôi cam khổ sở, đớn đau vô hồi, Ngài thật Chân Chúa, ban ân điển chuộc cứu tôi.  Sống, Ngài mến tôi rồi. Chết, để cứu thân nầy; Chôn, chôn tội tôi, bao ô điểm không còn thấy;   Sống lại, để tôi nhờ Ngài được xưng nghĩa châu toàn;  Một ngày Ngài đến, ngày hiển vinh hạnh phước chan.  3. Một ngày xưa nơi thâm viên xác Chúa cô đơn nằm, Sau giờ chịu đau nhục, nay ngủ giấc êm đằm;   Thiên thần ngồi bên thức canh giữ suốt cả đêm trường, Bạn thân yêu lánh xa, ôi cảnh thật đáng thương!  Sống, Ngài mến tôi rồi. Chết, để cứu thân nầy; Chôn, chôn tội tôi, bao ô điểm không còn thấy;   Sống lại, để tôi nhờ Ngài được xưng nghĩa châu toàn;  Một ngày Ngài đến, ngày hiển vinh hạnh phước chan.  Thánh Ca 85 Một Ngày  4. Một ngày xưa niêm phong cửa mả khôn phương ngăn Ngài, Do quyền năng thiên thượng hòn đá lăn ra ngoài;   Jêsus phục sanh ngay, đã chiến thắng tử vong rồi, Ngài ngự lên nước Cha, vĩnh viễn làm Chúa tôi.  Sống, Ngài mến tôi rồi. Chết, để cứu thân nầy; Chôn, chôn tội tôi, bao ô điểm không còn thấy;   Sống lại, để tôi nhờ Ngài được xưng nghĩa châu toàn;  Một ngày Ngài đến, ngày hiển vinh hạnh phước chan.  5. Một ngày kia loa vang tin Chúa tái lâm nơi trần, Một ngày kia thiên thượng lòa vinh quang rạng ngần;   Ôi, ngày lạ thay, tôi với kẻ yêu lên thiên đình, Ngợi khen Jêsus tôi, Chân Chúa toàn hiển vinh.   Sống, Ngài mến tôi rồi. Chết, để cứu thân nầy; Chôn, chôn tội tôi, bao ô điểm không còn thấy;   Sống lại, để tôi nhờ Ngài được xưng nghĩa châu toàn;  Một ngày Ngài đến, ngày hiển vinh hạnh phước chan.</dc:title>
  <dc:creator>Phan Minh Vinh An; Hiro</dc:creator>
  <cp:lastModifiedBy>Phan Minh Vinh An</cp:lastModifiedBy>
  <cp:revision>6</cp:revision>
  <dcterms:created xsi:type="dcterms:W3CDTF">2018-01-22T08:23:54Z</dcterms:created>
  <dcterms:modified xsi:type="dcterms:W3CDTF">2018-11-03T07:12:22Z</dcterms:modified>
</cp:coreProperties>
</file>